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254.0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Participated</c:v>
                </c:pt>
                <c:pt idx="1">
                  <c:v>Not Participated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275.0</c:v>
                </c:pt>
                <c:pt idx="1">
                  <c:v>329.0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outEnd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reg_vs_part_grade_wise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Registered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28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110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141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250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226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212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151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15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28.0</c:v>
                </c:pt>
                <c:pt idx="1">
                  <c:v>110.0</c:v>
                </c:pt>
                <c:pt idx="2">
                  <c:v>141.0</c:v>
                </c:pt>
                <c:pt idx="3">
                  <c:v>250.0</c:v>
                </c:pt>
                <c:pt idx="4">
                  <c:v>226.0</c:v>
                </c:pt>
                <c:pt idx="5">
                  <c:v>212.0</c:v>
                </c:pt>
                <c:pt idx="6">
                  <c:v>151.0</c:v>
                </c:pt>
                <c:pt idx="7">
                  <c:v>15.0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Participated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t>68 (62%)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t>124 (88%)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t>150 (60%)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t>102 (45%)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5"/>
              <c:tx>
                <c:rich>
                  <a:bodyPr/>
                  <a:lstStyle/>
                  <a:p>
                    <a:r>
                      <a:t>106 (50%)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6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7"/>
              <c:tx>
                <c:rich>
                  <a:bodyPr/>
                  <a:lstStyle/>
                  <a:p>
                    <a:r>
                      <a:t>0 (0%)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Sheet1!$A$2:$A$9</c:f>
              <c:strCache>
                <c:ptCount val="8"/>
                <c:pt idx="0">
                  <c:v>5</c:v>
                </c:pt>
                <c:pt idx="1">
                  <c:v>6</c:v>
                </c:pt>
                <c:pt idx="2">
                  <c:v>7</c:v>
                </c:pt>
                <c:pt idx="3">
                  <c:v>8</c:v>
                </c:pt>
                <c:pt idx="4">
                  <c:v>9</c:v>
                </c:pt>
                <c:pt idx="5">
                  <c:v>10</c:v>
                </c:pt>
                <c:pt idx="6">
                  <c:v>11</c:v>
                </c:pt>
                <c:pt idx="7">
                  <c:v>12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0.0</c:v>
                </c:pt>
                <c:pt idx="1">
                  <c:v>68.0</c:v>
                </c:pt>
                <c:pt idx="2">
                  <c:v>124.0</c:v>
                </c:pt>
                <c:pt idx="3">
                  <c:v>150.0</c:v>
                </c:pt>
                <c:pt idx="4">
                  <c:v>102.0</c:v>
                </c:pt>
                <c:pt idx="5">
                  <c:v>106.0</c:v>
                </c:pt>
                <c:pt idx="6">
                  <c:v>0.0</c:v>
                </c:pt>
                <c:pt idx="7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all_subjects_perf_summary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Avg Performance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/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grade_7_science_qlvl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grade_8_science_qlvl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grade_9_sub_wise_avg_perf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cat>
            <c:strRef>
              <c:f>Sheet1!$A$2:$A$4</c:f>
              <c:strCache>
                <c:ptCount val="3"/>
                <c:pt idx="0">
                  <c:v>English</c:v>
                </c:pt>
                <c:pt idx="1">
                  <c:v>Mathematics</c:v>
                </c:pt>
                <c:pt idx="2">
                  <c:v>Science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17.0</c:v>
                </c:pt>
                <c:pt idx="2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Subject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27.0</c:v>
                </c:pt>
                <c:pt idx="1">
                  <c:v>22.0</c:v>
                </c:pt>
                <c:pt idx="2">
                  <c:v>21.0</c:v>
                </c:pt>
                <c:pt idx="3">
                  <c:v>17.0</c:v>
                </c:pt>
                <c:pt idx="4">
                  <c:v>15.0</c:v>
                </c:pt>
                <c:pt idx="5">
                  <c:v>25.0</c:v>
                </c:pt>
                <c:pt idx="6">
                  <c:v>12.0</c:v>
                </c:pt>
                <c:pt idx="7">
                  <c:v>31.0</c:v>
                </c:pt>
                <c:pt idx="8">
                  <c:v>0.0</c:v>
                </c:pt>
                <c:pt idx="9">
                  <c:v>21.0</c:v>
                </c:pt>
                <c:pt idx="10">
                  <c:v>18.0</c:v>
                </c:pt>
                <c:pt idx="11">
                  <c:v>12.0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10.0</c:v>
                </c:pt>
                <c:pt idx="1">
                  <c:v>28.0</c:v>
                </c:pt>
                <c:pt idx="2">
                  <c:v>8.0</c:v>
                </c:pt>
                <c:pt idx="3">
                  <c:v>41.0</c:v>
                </c:pt>
                <c:pt idx="4">
                  <c:v>44.0</c:v>
                </c:pt>
                <c:pt idx="5">
                  <c:v>30.0</c:v>
                </c:pt>
                <c:pt idx="6">
                  <c:v>22.0</c:v>
                </c:pt>
                <c:pt idx="7">
                  <c:v>11.0</c:v>
                </c:pt>
                <c:pt idx="8">
                  <c:v>0.0</c:v>
                </c:pt>
                <c:pt idx="9">
                  <c:v>5.0</c:v>
                </c:pt>
                <c:pt idx="10">
                  <c:v>0.0</c:v>
                </c:pt>
                <c:pt idx="11">
                  <c:v>28.0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grade_9_science_lo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dPt>
            <c:idx val="2"/>
            <c:spPr>
              <a:solidFill>
                <a:srgbClr val="4F81BD"/>
              </a:solidFill>
            </c:spPr>
          </c:dPt>
          <c:dPt>
            <c:idx val="3"/>
            <c:spPr>
              <a:solidFill>
                <a:srgbClr val="4F81BD"/>
              </a:solidFill>
            </c:spPr>
          </c:dPt>
          <c:dPt>
            <c:idx val="4"/>
            <c:spPr>
              <a:solidFill>
                <a:srgbClr val="4F81BD"/>
              </a:solidFill>
            </c:spPr>
          </c:dPt>
          <c:dPt>
            <c:idx val="5"/>
            <c:spPr>
              <a:solidFill>
                <a:srgbClr val="4F81BD"/>
              </a:solidFill>
            </c:spPr>
          </c:dPt>
          <c:dPt>
            <c:idx val="6"/>
            <c:spPr>
              <a:solidFill>
                <a:srgbClr val="4F81BD"/>
              </a:solidFill>
            </c:spPr>
          </c:dPt>
          <c:dPt>
            <c:idx val="7"/>
            <c:spPr>
              <a:solidFill>
                <a:srgbClr val="4F81BD"/>
              </a:solidFill>
            </c:spPr>
          </c:dPt>
          <c:dPt>
            <c:idx val="8"/>
            <c:spPr>
              <a:solidFill>
                <a:srgbClr val="4F81BD"/>
              </a:solidFill>
            </c:spPr>
          </c:dPt>
          <c:dPt>
            <c:idx val="9"/>
            <c:spPr>
              <a:solidFill>
                <a:srgbClr val="4F81BD"/>
              </a:solidFill>
            </c:spPr>
          </c:dPt>
          <c:dPt>
            <c:idx val="10"/>
            <c:spPr>
              <a:solidFill>
                <a:srgbClr val="4F81BD"/>
              </a:solidFill>
            </c:spPr>
          </c:dPt>
          <c:dPt>
            <c:idx val="11"/>
            <c:spPr>
              <a:solidFill>
                <a:srgbClr val="4F81BD"/>
              </a:solidFill>
            </c:spPr>
          </c:dPt>
          <c:cat>
            <c:strRef>
              <c:f>Sheet1!$A$2:$A$13</c:f>
              <c:strCache>
                <c:ptCount val="12"/>
                <c:pt idx="0">
                  <c:v>Passive</c:v>
                </c:pt>
                <c:pt idx="1">
                  <c:v>Rusting Of Iron</c:v>
                </c:pt>
                <c:pt idx="2">
                  <c:v>Comprehend Literal Information</c:v>
                </c:pt>
                <c:pt idx="3">
                  <c:v>Give/Explain The Meaning Of Words</c:v>
                </c:pt>
                <c:pt idx="4">
                  <c:v>Make Comparisons Within The Text</c:v>
                </c:pt>
                <c:pt idx="5">
                  <c:v>Make Inferences From The Text/Explain</c:v>
                </c:pt>
                <c:pt idx="6">
                  <c:v>Retrieve And Record Information/Identify Key</c:v>
                </c:pt>
                <c:pt idx="7">
                  <c:v>Summarise Main Ideas From More</c:v>
                </c:pt>
                <c:pt idx="8">
                  <c:v>Use Of Variables In Common</c:v>
                </c:pt>
                <c:pt idx="9">
                  <c:v>Uses Of Metals And Non-Metals</c:v>
                </c:pt>
                <c:pt idx="10">
                  <c:v>Using Decimals</c:v>
                </c:pt>
                <c:pt idx="11">
                  <c:v>What Equation is?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32.0</c:v>
                </c:pt>
                <c:pt idx="1">
                  <c:v>22.0</c:v>
                </c:pt>
                <c:pt idx="2">
                  <c:v>39.0</c:v>
                </c:pt>
                <c:pt idx="3">
                  <c:v>4.0</c:v>
                </c:pt>
                <c:pt idx="4">
                  <c:v>34.0</c:v>
                </c:pt>
                <c:pt idx="5">
                  <c:v>5.0</c:v>
                </c:pt>
                <c:pt idx="6">
                  <c:v>14.0</c:v>
                </c:pt>
                <c:pt idx="7">
                  <c:v>29.0</c:v>
                </c:pt>
                <c:pt idx="8">
                  <c:v>17.0</c:v>
                </c:pt>
                <c:pt idx="9">
                  <c:v>17.0</c:v>
                </c:pt>
                <c:pt idx="10">
                  <c:v>0.0</c:v>
                </c:pt>
                <c:pt idx="11">
                  <c:v>4.0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t>Learning Outcome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grade_9_english_qlvl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16.0</c:v>
                </c:pt>
                <c:pt idx="1">
                  <c:v>18.0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grade_9_mathematics_qlvl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22.0</c:v>
                </c:pt>
                <c:pt idx="1">
                  <c:v>16.0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grade_9_science_qlvl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Avg Performance (%)</c:v>
                </c:pt>
              </c:strCache>
            </c:strRef>
          </c:tx>
          <c:dPt>
            <c:idx val="0"/>
            <c:spPr>
              <a:solidFill>
                <a:srgbClr val="4F81BD"/>
              </a:solidFill>
            </c:spPr>
          </c:dPt>
          <c:dPt>
            <c:idx val="1"/>
            <c:spPr>
              <a:solidFill>
                <a:srgbClr val="4F81BD"/>
              </a:solidFill>
            </c:spPr>
          </c:dPt>
          <c:cat>
            <c:strRef>
              <c:f>Sheet1!$A$2:$A$3</c:f>
              <c:strCache>
                <c:ptCount val="2"/>
                <c:pt idx="0">
                  <c:v>Low (Content)</c:v>
                </c:pt>
                <c:pt idx="1">
                  <c:v>Medium (Concept)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19.0</c:v>
                </c:pt>
                <c:pt idx="1">
                  <c:v>17.0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7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22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Difficulty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/>
            </a:pPr>
            <a:r>
              <a:t>Performance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85725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Auto-generated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SPA DR BR AMBEDKAR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reg_vs_part_schl_wise - Gurukulam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59055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8500" y="1428750"/>
            <a:ext cx="2857500" cy="20954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/>
            </a:pPr>
            <a:r>
              <a:t>Participated: 275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reg_vs_part_grade_wise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all_subjects_perf_summary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grade_7_science_qlvl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grade_8_science_qlvl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grade_9_sub_wise_avg_perf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grade_9_science_lo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grade_9_english_qlvl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grade_9_mathematics_qlvl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1500" y="381000"/>
            <a:ext cx="57150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/>
            </a:pPr>
            <a:r>
              <a:t>grade_9_science_qlvl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762000" y="1143000"/>
          <a:ext cx="6477000" cy="4000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