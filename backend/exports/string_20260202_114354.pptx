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143000" y="1238250"/>
          <a:ext cx="6858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143000" y="1238250"/>
          <a:ext cx="6858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143000" y="1238250"/>
          <a:ext cx="68580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238250"/>
          <a:ext cx="81915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238250"/>
          <a:ext cx="81915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6250" y="1238250"/>
          <a:ext cx="8191500" cy="4381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90500" y="1238250"/>
          <a:ext cx="8763000" cy="533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81000" y="1238250"/>
          <a:ext cx="837247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