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</a:t>
                    </a:r>
                  </a:p>
                  <a:p>
                    <a:r>
                      <a:t>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</a:t>
                    </a:r>
                  </a:p>
                  <a:p>
                    <a:r>
                      <a:t>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</a:t>
                    </a:r>
                  </a:p>
                  <a:p>
                    <a:r>
                      <a:t>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</a:t>
                    </a:r>
                  </a:p>
                  <a:p>
                    <a:r>
                      <a:t>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</a:t>
                    </a:r>
                  </a:p>
                  <a:p>
                    <a:r>
                      <a:t>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</a:t>
                    </a:r>
                  </a:p>
                  <a:p>
                    <a:r>
                      <a:t>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grade_9_science_lo-Gurukulam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The student will be able to comprehend literal information.</c:v>
                </c:pt>
                <c:pt idx="3">
                  <c:v>The student will be able to give/explain the meaning of words in context.</c:v>
                </c:pt>
                <c:pt idx="4">
                  <c:v>The student will be able to make comparisons within the text.</c:v>
                </c:pt>
                <c:pt idx="5">
                  <c:v>The student will be able to make inferences from the text/explain and justify inferences with evidence from the text.</c:v>
                </c:pt>
                <c:pt idx="6">
                  <c:v>The student will be able to retrieve and record information/identify key details from fiction and non-fiction.</c:v>
                </c:pt>
                <c:pt idx="7">
                  <c:v>The student will be able to summarise main ideas from more than one paragraph.</c:v>
                </c:pt>
                <c:pt idx="8">
                  <c:v>Use of Variables in Common Rules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grade_9_science_qlvl-Gurukulam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529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Registered: 604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