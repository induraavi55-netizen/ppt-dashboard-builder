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68</a:t>
                    </a:r>
                    <a:br/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124</a:t>
                    </a:r>
                    <a:br/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150</a:t>
                    </a:r>
                    <a:br/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102</a:t>
                    </a:r>
                    <a:br/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106</a:t>
                    </a:r>
                    <a:br/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5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overlap val="-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Grade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Students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Performance Summary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</vt:lpstr>
      <vt:lpstr>Arial</vt:lpstr>
      <vt:lpstr>Fraunces ExtraBold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2026-02-02T11:43:23Z</dcterms:modified>
</cp:coreProperties>
</file>