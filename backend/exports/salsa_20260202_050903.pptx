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None</c:v>
                </c:pt>
                <c:pt idx="1">
                  <c:v>None</c:v>
                </c:pt>
                <c:pt idx="2">
                  <c:v>None</c:v>
                </c:pt>
                <c:pt idx="3">
                  <c:v>None</c:v>
                </c:pt>
                <c:pt idx="4">
                  <c:v>None</c:v>
                </c:pt>
                <c:pt idx="5">
                  <c:v>None</c:v>
                </c:pt>
                <c:pt idx="6">
                  <c:v>None</c:v>
                </c:pt>
                <c:pt idx="7">
                  <c:v>None</c:v>
                </c:pt>
                <c:pt idx="8">
                  <c:v>None</c:v>
                </c:pt>
                <c:pt idx="9">
                  <c:v>None</c:v>
                </c:pt>
                <c:pt idx="10">
                  <c:v>None</c:v>
                </c:pt>
                <c:pt idx="11">
                  <c:v>None</c:v>
                </c:pt>
                <c:pt idx="12">
                  <c:v>None</c:v>
                </c:pt>
                <c:pt idx="13">
                  <c:v>None</c:v>
                </c:pt>
                <c:pt idx="14">
                  <c:v>None</c:v>
                </c:pt>
                <c:pt idx="15">
                  <c:v>None</c:v>
                </c:pt>
                <c:pt idx="16">
                  <c:v>None</c:v>
                </c:pt>
                <c:pt idx="17">
                  <c:v>None</c:v>
                </c:pt>
                <c:pt idx="18">
                  <c:v>None</c:v>
                </c:pt>
                <c:pt idx="19">
                  <c:v>None</c:v>
                </c:pt>
                <c:pt idx="20">
                  <c:v>None</c:v>
                </c:pt>
                <c:pt idx="21">
                  <c:v>None</c:v>
                </c:pt>
                <c:pt idx="22">
                  <c:v>None</c:v>
                </c:pt>
                <c:pt idx="23">
                  <c:v>None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 ((62%))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 ((88%))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 ((60%))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 ((45%))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 ((50%))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 ((62%))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 ((88%))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 ((60%))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0 ((45%))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0 ((50%))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0 ((62%))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0 ((88%))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t>0 ((60%))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t>0 ((45%))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t>0 ((50%))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0 ((0%))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None</c:v>
                </c:pt>
                <c:pt idx="1">
                  <c:v>None</c:v>
                </c:pt>
                <c:pt idx="2">
                  <c:v>None</c:v>
                </c:pt>
                <c:pt idx="3">
                  <c:v>None</c:v>
                </c:pt>
                <c:pt idx="4">
                  <c:v>None</c:v>
                </c:pt>
                <c:pt idx="5">
                  <c:v>None</c:v>
                </c:pt>
                <c:pt idx="6">
                  <c:v>None</c:v>
                </c:pt>
                <c:pt idx="7">
                  <c:v>None</c:v>
                </c:pt>
                <c:pt idx="8">
                  <c:v>None</c:v>
                </c:pt>
                <c:pt idx="9">
                  <c:v>None</c:v>
                </c:pt>
                <c:pt idx="10">
                  <c:v>None</c:v>
                </c:pt>
                <c:pt idx="11">
                  <c:v>None</c:v>
                </c:pt>
                <c:pt idx="12">
                  <c:v>None</c:v>
                </c:pt>
                <c:pt idx="13">
                  <c:v>None</c:v>
                </c:pt>
                <c:pt idx="14">
                  <c:v>None</c:v>
                </c:pt>
                <c:pt idx="15">
                  <c:v>None</c:v>
                </c:pt>
                <c:pt idx="16">
                  <c:v>None</c:v>
                </c:pt>
                <c:pt idx="17">
                  <c:v>None</c:v>
                </c:pt>
                <c:pt idx="18">
                  <c:v>None</c:v>
                </c:pt>
                <c:pt idx="19">
                  <c:v>None</c:v>
                </c:pt>
                <c:pt idx="20">
                  <c:v>None</c:v>
                </c:pt>
                <c:pt idx="21">
                  <c:v>None</c:v>
                </c:pt>
                <c:pt idx="22">
                  <c:v>None</c:v>
                </c:pt>
                <c:pt idx="23">
                  <c:v>None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Participation %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None</c:v>
                </c:pt>
                <c:pt idx="1">
                  <c:v>None</c:v>
                </c:pt>
                <c:pt idx="2">
                  <c:v>None</c:v>
                </c:pt>
                <c:pt idx="3">
                  <c:v>None</c:v>
                </c:pt>
                <c:pt idx="4">
                  <c:v>None</c:v>
                </c:pt>
                <c:pt idx="5">
                  <c:v>None</c:v>
                </c:pt>
                <c:pt idx="6">
                  <c:v>None</c:v>
                </c:pt>
                <c:pt idx="7">
                  <c:v>None</c:v>
                </c:pt>
                <c:pt idx="8">
                  <c:v>None</c:v>
                </c:pt>
                <c:pt idx="9">
                  <c:v>None</c:v>
                </c:pt>
                <c:pt idx="10">
                  <c:v>None</c:v>
                </c:pt>
                <c:pt idx="11">
                  <c:v>None</c:v>
                </c:pt>
                <c:pt idx="12">
                  <c:v>None</c:v>
                </c:pt>
                <c:pt idx="13">
                  <c:v>None</c:v>
                </c:pt>
                <c:pt idx="14">
                  <c:v>None</c:v>
                </c:pt>
                <c:pt idx="15">
                  <c:v>None</c:v>
                </c:pt>
                <c:pt idx="16">
                  <c:v>None</c:v>
                </c:pt>
                <c:pt idx="17">
                  <c:v>None</c:v>
                </c:pt>
                <c:pt idx="18">
                  <c:v>None</c:v>
                </c:pt>
                <c:pt idx="19">
                  <c:v>None</c:v>
                </c:pt>
                <c:pt idx="20">
                  <c:v>None</c:v>
                </c:pt>
                <c:pt idx="21">
                  <c:v>None</c:v>
                </c:pt>
                <c:pt idx="22">
                  <c:v>None</c:v>
                </c:pt>
                <c:pt idx="23">
                  <c:v>None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32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29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32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29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32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29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