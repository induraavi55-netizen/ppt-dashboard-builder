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Mathematics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English (18%)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571500" y="1143000"/>
          <a:ext cx="30480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000500" y="1143000"/>
          <a:ext cx="30480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make comparisons within the text. (15%)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Passive (27%)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Low (Content)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Medium (Concept) (18%)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571500" y="1143000"/>
          <a:ext cx="30480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000500" y="1143000"/>
          <a:ext cx="30480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comprehend literal information. (8%)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make comparisons within the text. (44%)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(22%)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571500" y="1143000"/>
          <a:ext cx="30480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000500" y="1143000"/>
          <a:ext cx="30480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give/explain the meaning of words in context. (4%)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comprehend literal information. (39%)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(19%)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