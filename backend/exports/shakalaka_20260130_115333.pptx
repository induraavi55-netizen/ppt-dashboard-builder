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reg_vs_part_grade_wise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metric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Pt>
            <c:idx val="12"/>
            <c:spPr>
              <a:solidFill>
                <a:srgbClr val="4F81BD"/>
              </a:solidFill>
            </c:spPr>
          </c:dPt>
          <c:dPt>
            <c:idx val="13"/>
            <c:spPr>
              <a:solidFill>
                <a:srgbClr val="4F81BD"/>
              </a:solidFill>
            </c:spPr>
          </c:dPt>
          <c:dPt>
            <c:idx val="14"/>
            <c:spPr>
              <a:solidFill>
                <a:srgbClr val="4F81BD"/>
              </a:solidFill>
            </c:spPr>
          </c:dPt>
          <c:dPt>
            <c:idx val="15"/>
            <c:spPr>
              <a:solidFill>
                <a:srgbClr val="4F81BD"/>
              </a:solidFill>
            </c:spPr>
          </c:dPt>
          <c:dPt>
            <c:idx val="16"/>
            <c:spPr>
              <a:solidFill>
                <a:srgbClr val="4F81BD"/>
              </a:solidFill>
            </c:spPr>
          </c:dPt>
          <c:dPt>
            <c:idx val="17"/>
            <c:spPr>
              <a:solidFill>
                <a:srgbClr val="4F81BD"/>
              </a:solidFill>
            </c:spPr>
          </c:dPt>
          <c:dPt>
            <c:idx val="18"/>
            <c:spPr>
              <a:solidFill>
                <a:srgbClr val="4F81BD"/>
              </a:solidFill>
            </c:spPr>
          </c:dPt>
          <c:dPt>
            <c:idx val="19"/>
            <c:spPr>
              <a:solidFill>
                <a:srgbClr val="4F81BD"/>
              </a:solidFill>
            </c:spPr>
          </c:dPt>
          <c:dPt>
            <c:idx val="20"/>
            <c:spPr>
              <a:solidFill>
                <a:srgbClr val="4F81BD"/>
              </a:solidFill>
            </c:spPr>
          </c:dPt>
          <c:dPt>
            <c:idx val="21"/>
            <c:spPr>
              <a:solidFill>
                <a:srgbClr val="4F81BD"/>
              </a:solidFill>
            </c:spPr>
          </c:dPt>
          <c:dPt>
            <c:idx val="22"/>
            <c:spPr>
              <a:solidFill>
                <a:srgbClr val="4F81BD"/>
              </a:solidFill>
            </c:spPr>
          </c:dPt>
          <c:dPt>
            <c:idx val="23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(0%)</c:v>
                </c:pt>
                <c:pt idx="1">
                  <c:v>(62%)</c:v>
                </c:pt>
                <c:pt idx="2">
                  <c:v>(88%)</c:v>
                </c:pt>
                <c:pt idx="3">
                  <c:v>(60%)</c:v>
                </c:pt>
                <c:pt idx="4">
                  <c:v>(45%)</c:v>
                </c:pt>
                <c:pt idx="5">
                  <c:v>(50%)</c:v>
                </c:pt>
                <c:pt idx="6">
                  <c:v>(0%)</c:v>
                </c:pt>
                <c:pt idx="7">
                  <c:v>(0%)</c:v>
                </c:pt>
                <c:pt idx="8">
                  <c:v>(0%)</c:v>
                </c:pt>
                <c:pt idx="9">
                  <c:v>(62%)</c:v>
                </c:pt>
                <c:pt idx="10">
                  <c:v>(88%)</c:v>
                </c:pt>
                <c:pt idx="11">
                  <c:v>(60%)</c:v>
                </c:pt>
                <c:pt idx="12">
                  <c:v>(45%)</c:v>
                </c:pt>
                <c:pt idx="13">
                  <c:v>(50%)</c:v>
                </c:pt>
                <c:pt idx="14">
                  <c:v>(0%)</c:v>
                </c:pt>
                <c:pt idx="15">
                  <c:v>(0%)</c:v>
                </c:pt>
                <c:pt idx="16">
                  <c:v>(0%)</c:v>
                </c:pt>
                <c:pt idx="17">
                  <c:v>(62%)</c:v>
                </c:pt>
                <c:pt idx="18">
                  <c:v>(88%)</c:v>
                </c:pt>
                <c:pt idx="19">
                  <c:v>(60%)</c:v>
                </c:pt>
                <c:pt idx="20">
                  <c:v>(45%)</c:v>
                </c:pt>
                <c:pt idx="21">
                  <c:v>(50%)</c:v>
                </c:pt>
                <c:pt idx="22">
                  <c:v>(0%)</c:v>
                </c:pt>
                <c:pt idx="23">
                  <c:v>(0%)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Pt>
            <c:idx val="12"/>
            <c:spPr>
              <a:solidFill>
                <a:srgbClr val="4F81BD"/>
              </a:solidFill>
            </c:spPr>
          </c:dPt>
          <c:dPt>
            <c:idx val="13"/>
            <c:spPr>
              <a:solidFill>
                <a:srgbClr val="4F81BD"/>
              </a:solidFill>
            </c:spPr>
          </c:dPt>
          <c:dPt>
            <c:idx val="14"/>
            <c:spPr>
              <a:solidFill>
                <a:srgbClr val="4F81BD"/>
              </a:solidFill>
            </c:spPr>
          </c:dPt>
          <c:dPt>
            <c:idx val="15"/>
            <c:spPr>
              <a:solidFill>
                <a:srgbClr val="4F81BD"/>
              </a:solidFill>
            </c:spPr>
          </c:dPt>
          <c:dPt>
            <c:idx val="16"/>
            <c:spPr>
              <a:solidFill>
                <a:srgbClr val="4F81BD"/>
              </a:solidFill>
            </c:spPr>
          </c:dPt>
          <c:dPt>
            <c:idx val="17"/>
            <c:spPr>
              <a:solidFill>
                <a:srgbClr val="4F81BD"/>
              </a:solidFill>
            </c:spPr>
          </c:dPt>
          <c:dPt>
            <c:idx val="18"/>
            <c:spPr>
              <a:solidFill>
                <a:srgbClr val="4F81BD"/>
              </a:solidFill>
            </c:spPr>
          </c:dPt>
          <c:dPt>
            <c:idx val="19"/>
            <c:spPr>
              <a:solidFill>
                <a:srgbClr val="4F81BD"/>
              </a:solidFill>
            </c:spPr>
          </c:dPt>
          <c:dPt>
            <c:idx val="20"/>
            <c:spPr>
              <a:solidFill>
                <a:srgbClr val="4F81BD"/>
              </a:solidFill>
            </c:spPr>
          </c:dPt>
          <c:dPt>
            <c:idx val="21"/>
            <c:spPr>
              <a:solidFill>
                <a:srgbClr val="4F81BD"/>
              </a:solidFill>
            </c:spPr>
          </c:dPt>
          <c:dPt>
            <c:idx val="22"/>
            <c:spPr>
              <a:solidFill>
                <a:srgbClr val="4F81BD"/>
              </a:solidFill>
            </c:spPr>
          </c:dPt>
          <c:dPt>
            <c:idx val="23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11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110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141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250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tx>
                <c:rich>
                  <a:bodyPr/>
                  <a:lstStyle/>
                  <a:p>
                    <a:r>
                      <a:t>226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tx>
                <c:rich>
                  <a:bodyPr/>
                  <a:lstStyle/>
                  <a:p>
                    <a:r>
                      <a:t>212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tx>
                <c:rich>
                  <a:bodyPr/>
                  <a:lstStyle/>
                  <a:p>
                    <a:r>
                      <a:t>151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tx>
                <c:rich>
                  <a:bodyPr/>
                  <a:lstStyle/>
                  <a:p>
                    <a:r>
                      <a:t>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7"/>
              <c:tx>
                <c:rich>
                  <a:bodyPr/>
                  <a:lstStyle/>
                  <a:p>
                    <a:r>
                      <a:t>68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8"/>
              <c:tx>
                <c:rich>
                  <a:bodyPr/>
                  <a:lstStyle/>
                  <a:p>
                    <a:r>
                      <a:t>124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9"/>
              <c:tx>
                <c:rich>
                  <a:bodyPr/>
                  <a:lstStyle/>
                  <a:p>
                    <a:r>
                      <a:t>150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0"/>
              <c:tx>
                <c:rich>
                  <a:bodyPr/>
                  <a:lstStyle/>
                  <a:p>
                    <a:r>
                      <a:t>102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1"/>
              <c:tx>
                <c:rich>
                  <a:bodyPr/>
                  <a:lstStyle/>
                  <a:p>
                    <a:r>
                      <a:t>106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(0%)</c:v>
                </c:pt>
                <c:pt idx="1">
                  <c:v>(62%)</c:v>
                </c:pt>
                <c:pt idx="2">
                  <c:v>(88%)</c:v>
                </c:pt>
                <c:pt idx="3">
                  <c:v>(60%)</c:v>
                </c:pt>
                <c:pt idx="4">
                  <c:v>(45%)</c:v>
                </c:pt>
                <c:pt idx="5">
                  <c:v>(50%)</c:v>
                </c:pt>
                <c:pt idx="6">
                  <c:v>(0%)</c:v>
                </c:pt>
                <c:pt idx="7">
                  <c:v>(0%)</c:v>
                </c:pt>
                <c:pt idx="8">
                  <c:v>(0%)</c:v>
                </c:pt>
                <c:pt idx="9">
                  <c:v>(62%)</c:v>
                </c:pt>
                <c:pt idx="10">
                  <c:v>(88%)</c:v>
                </c:pt>
                <c:pt idx="11">
                  <c:v>(60%)</c:v>
                </c:pt>
                <c:pt idx="12">
                  <c:v>(45%)</c:v>
                </c:pt>
                <c:pt idx="13">
                  <c:v>(50%)</c:v>
                </c:pt>
                <c:pt idx="14">
                  <c:v>(0%)</c:v>
                </c:pt>
                <c:pt idx="15">
                  <c:v>(0%)</c:v>
                </c:pt>
                <c:pt idx="16">
                  <c:v>(0%)</c:v>
                </c:pt>
                <c:pt idx="17">
                  <c:v>(62%)</c:v>
                </c:pt>
                <c:pt idx="18">
                  <c:v>(88%)</c:v>
                </c:pt>
                <c:pt idx="19">
                  <c:v>(60%)</c:v>
                </c:pt>
                <c:pt idx="20">
                  <c:v>(45%)</c:v>
                </c:pt>
                <c:pt idx="21">
                  <c:v>(50%)</c:v>
                </c:pt>
                <c:pt idx="22">
                  <c:v>(0%)</c:v>
                </c:pt>
                <c:pt idx="23">
                  <c:v>(0%)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5.0</c:v>
                </c:pt>
                <c:pt idx="1">
                  <c:v>6.0</c:v>
                </c:pt>
                <c:pt idx="2">
                  <c:v>7.0</c:v>
                </c:pt>
                <c:pt idx="3">
                  <c:v>8.0</c:v>
                </c:pt>
                <c:pt idx="4">
                  <c:v>9.0</c:v>
                </c:pt>
                <c:pt idx="5">
                  <c:v>10.0</c:v>
                </c:pt>
                <c:pt idx="6">
                  <c:v>11.0</c:v>
                </c:pt>
                <c:pt idx="7">
                  <c:v>12.0</c:v>
                </c:pt>
                <c:pt idx="8">
                  <c:v>28.0</c:v>
                </c:pt>
                <c:pt idx="9">
                  <c:v>110.0</c:v>
                </c:pt>
                <c:pt idx="10">
                  <c:v>141.0</c:v>
                </c:pt>
                <c:pt idx="11">
                  <c:v>250.0</c:v>
                </c:pt>
                <c:pt idx="12">
                  <c:v>226.0</c:v>
                </c:pt>
                <c:pt idx="13">
                  <c:v>212.0</c:v>
                </c:pt>
                <c:pt idx="14">
                  <c:v>151.0</c:v>
                </c:pt>
                <c:pt idx="15">
                  <c:v>15.0</c:v>
                </c:pt>
                <c:pt idx="16">
                  <c:v>0.0</c:v>
                </c:pt>
                <c:pt idx="17">
                  <c:v>68.0</c:v>
                </c:pt>
                <c:pt idx="18">
                  <c:v>124.0</c:v>
                </c:pt>
                <c:pt idx="19">
                  <c:v>150.0</c:v>
                </c:pt>
                <c:pt idx="20">
                  <c:v>102.0</c:v>
                </c:pt>
                <c:pt idx="21">
                  <c:v>106.0</c:v>
                </c:pt>
                <c:pt idx="22">
                  <c:v>0.0</c:v>
                </c:pt>
                <c:pt idx="23">
                  <c:v>0.0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all_subjects_perf_summary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grade_7_sub_wise_avg_perf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18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grade_7_english_lo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27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22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21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25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31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21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18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grade_7_mathematics_lo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41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44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30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22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11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grade_7_science_lo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32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22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39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34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14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29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grade_7_english_qlvl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16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grade_7_mathematics_qlvl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22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grade_7_science_qlvl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19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grade_8_sub_wise_avg_perf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18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grade_8_english_lo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27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22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21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25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31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21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18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grade_8_mathematics_lo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41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44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30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22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11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grade_8_science_lo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32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22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39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34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14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29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grade_8_english_qlvl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16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grade_8_mathematics_qlvl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22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grade_8_science_qlvl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19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grade_9_sub_wise_avg_perf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18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grade_9_english_lo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27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22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21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25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31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21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18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grade_9_mathematics_lo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41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44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30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22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11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grade_9_science_lo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32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22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39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34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14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29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grade_9_english_qlvl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16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grade_9_mathematics_qlvl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22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grade_9_science_qlvl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19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reg_vs_part_grade_wise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all_subjects_perf_summary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