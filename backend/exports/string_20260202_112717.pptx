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</a:t>
                    </a:r>
                  </a:p>
                  <a:p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</a:t>
                    </a:r>
                  </a:p>
                  <a:p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</a:t>
                    </a:r>
                  </a:p>
                  <a:p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</a:t>
                    </a:r>
                  </a:p>
                  <a:p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</a:t>
                    </a:r>
                  </a:p>
                  <a:p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endParaRPr sz="2521" b="1" i="0" u="none" strike="noStrike" cap="none" dirty="0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Performance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reg_vs_part_grade_wise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grade_7_english_lo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grade_7_mathematics_lo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grade_7_science_lo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grade_7_english_qlvl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grade_7_mathematics_qlvl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grade_7_science_qlvl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grade_8_english_lo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grade_8_mathematics_lo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grade_8_science_lo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grade_8_english_qlvl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grade_8_mathematics_qlvl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grade_8_science_qlvl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grade_9_english_lo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grade_9_mathematics_lo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grade_9_science_lo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grade_9_english_qlvl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grade_9_mathematics_qlvl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grade_9_science_qlvl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85750" y="1238250"/>
          <a:ext cx="8572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 ExtraBold</vt:lpstr>
      <vt:lpstr>Arial</vt:lpstr>
      <vt:lpstr>Fraunces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2026-02-02T11:16:46Z</dcterms:modified>
</cp:coreProperties>
</file>