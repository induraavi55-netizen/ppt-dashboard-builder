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cat>
            <c:strRef>
              <c:f>Sheet1!$A$2:$A$7</c:f>
              <c:strCache>
                <c:ptCount val="6"/>
                <c:pt idx="0">
                  <c:v>SPA DR BR AMBEDKAR GURUKULAM</c:v>
                </c:pt>
                <c:pt idx="1">
                  <c:v>Gurukulam</c:v>
                </c:pt>
                <c:pt idx="2">
                  <c:v>SPA DR BR AMBEDKAR GURUKULAM</c:v>
                </c:pt>
                <c:pt idx="3">
                  <c:v>Gurukulam</c:v>
                </c:pt>
                <c:pt idx="4">
                  <c:v>SPA DR BR AMBEDKAR GURUKULAM</c:v>
                </c:pt>
                <c:pt idx="5">
                  <c:v>Gurukulam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275.0</c:v>
                </c:pt>
                <c:pt idx="1">
                  <c:v>275.0</c:v>
                </c:pt>
                <c:pt idx="2">
                  <c:v>254.0</c:v>
                </c:pt>
                <c:pt idx="3">
                  <c:v>329.0</c:v>
                </c:pt>
                <c:pt idx="4">
                  <c:v>529.0</c:v>
                </c:pt>
                <c:pt idx="5">
                  <c:v>604.0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28.0</c:v>
                </c:pt>
                <c:pt idx="9">
                  <c:v>110.0</c:v>
                </c:pt>
                <c:pt idx="10">
                  <c:v>141.0</c:v>
                </c:pt>
                <c:pt idx="11">
                  <c:v>250.0</c:v>
                </c:pt>
                <c:pt idx="12">
                  <c:v>226.0</c:v>
                </c:pt>
                <c:pt idx="13">
                  <c:v>212.0</c:v>
                </c:pt>
                <c:pt idx="14">
                  <c:v>151.0</c:v>
                </c:pt>
                <c:pt idx="15">
                  <c:v>15.0</c:v>
                </c:pt>
                <c:pt idx="16">
                  <c:v>0.0</c:v>
                </c:pt>
                <c:pt idx="17">
                  <c:v>68.0</c:v>
                </c:pt>
                <c:pt idx="18">
                  <c:v>124.0</c:v>
                </c:pt>
                <c:pt idx="19">
                  <c:v>150.0</c:v>
                </c:pt>
                <c:pt idx="20">
                  <c:v>102.0</c:v>
                </c:pt>
                <c:pt idx="21">
                  <c:v>106.0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