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summarise main ideas from more than one paragraph. (31%)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Using Decimals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