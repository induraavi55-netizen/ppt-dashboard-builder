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Average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make comparisons within the text.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Passive (27%)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comprehend literal information. (8%)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give/explain the meaning of words in context. (4%)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