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17</c:v>
                </c:pt>
                <c:pt idx="2">
                  <c:v>17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22</c:v>
                </c:pt>
                <c:pt idx="2">
                  <c:v>21</c:v>
                </c:pt>
                <c:pt idx="3">
                  <c:v>17</c:v>
                </c:pt>
                <c:pt idx="4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</c:v>
                </c:pt>
                <c:pt idx="1">
                  <c:v>22</c:v>
                </c:pt>
                <c:pt idx="2">
                  <c:v>21</c:v>
                </c:pt>
                <c:pt idx="3">
                  <c:v>17</c:v>
                </c:pt>
                <c:pt idx="4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</c:v>
                </c:pt>
                <c:pt idx="1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28</c:v>
                </c:pt>
                <c:pt idx="2">
                  <c:v>8</c:v>
                </c:pt>
                <c:pt idx="3">
                  <c:v>41</c:v>
                </c:pt>
                <c:pt idx="4">
                  <c:v>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28</c:v>
                </c:pt>
                <c:pt idx="2">
                  <c:v>8</c:v>
                </c:pt>
                <c:pt idx="3">
                  <c:v>41</c:v>
                </c:pt>
                <c:pt idx="4">
                  <c:v>44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</c:v>
                </c:pt>
                <c:pt idx="1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22</c:v>
                </c:pt>
                <c:pt idx="2">
                  <c:v>39</c:v>
                </c:pt>
                <c:pt idx="3">
                  <c:v>4</c:v>
                </c:pt>
                <c:pt idx="4">
                  <c:v>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22</c:v>
                </c:pt>
                <c:pt idx="2">
                  <c:v>39</c:v>
                </c:pt>
                <c:pt idx="3">
                  <c:v>4</c:v>
                </c:pt>
                <c:pt idx="4">
                  <c:v>34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 (%)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</c:v>
                </c:pt>
                <c:pt idx="1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Mathematics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English (18%)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71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000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make comparisons within the text. (15%)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Passive (27%)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Low (Content)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Medium (Concept) (18%)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71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000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comprehend literal information. (8%)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make comparisons within the text. (44%)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(16%)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(22%)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571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000500" y="1143000"/>
          <a:ext cx="3048000" cy="2286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The student will be able to give/explain the meaning of words in context. (4%)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The student will be able to comprehend literal information. (39%)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62000" y="5334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Lowest performing area: Medium (Concept) (17%)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6197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/>
            </a:pPr>
            <a:r>
              <a:t>Highest performing area: Low (Content) (19%)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