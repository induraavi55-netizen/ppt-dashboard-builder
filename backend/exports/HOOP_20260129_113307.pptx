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Mathematics (17%)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English (18%)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Use of Variables in Common Rules (0%)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The student will be able to summarise main ideas from more than one paragraph. (31%)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Low (Content) (16%)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Medium (Concept) (18%)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Use of Variables in Common Rules (0%)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The student will be able to make comparisons within the text. (44%)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Medium (Concept) (16%)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Low (Content) (22%)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Using Decimals (0%)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The student will be able to comprehend literal information. (39%)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Medium (Concept) (17%)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Low (Content) (19%)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