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cat>
            <c:strRef>
              <c:f>Sheet1!$A$2:$A$6</c:f>
              <c:strCache>
                <c:ptCount val="5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cat>
            <c:strRef>
              <c:f>Sheet1!$A$2:$A$6</c:f>
              <c:strCache>
                <c:ptCount val="5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cat>
            <c:strRef>
              <c:f>Sheet1!$A$2:$A$6</c:f>
              <c:strCache>
                <c:ptCount val="5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Mathematics (17%)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English (18%)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The student will be able to make comparisons within the text. (15%)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Passive (27%)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Low (Content) (16%)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Medium (Concept) (18%)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The student will be able to comprehend literal information. (8%)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make comparisons within the text. (44%)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Medium (Concept) (16%)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Low (Content) (22%)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The student will be able to give/explain the meaning of words in context. (4%)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comprehend literal information. (39%)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Medium (Concept) (17%)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Low (Content) (19%)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