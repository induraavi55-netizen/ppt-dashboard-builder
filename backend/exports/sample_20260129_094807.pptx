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Sub_wise_avg_perf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143000"/>
            <a:ext cx="6477000" cy="40005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PIE CHART</a:t>
            </a:r>
            <a:br/>
            <a:r>
              <a:t>(no preview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Mathematics (17%)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English (18%)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143000"/>
            <a:ext cx="3048000" cy="22860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(no preview data)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500" y="1143000"/>
            <a:ext cx="3048000" cy="22860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(no preview data)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English_lo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143000"/>
            <a:ext cx="6477000" cy="40005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(no preview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The student will be able to make comparisons within the text. (15%)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Passive (27%)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English_qlvl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143000"/>
            <a:ext cx="6477000" cy="40005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(no preview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Low (Content) (16%)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Medium (Concept) (18%)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143000"/>
            <a:ext cx="3048000" cy="22860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(no preview data)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500" y="1143000"/>
            <a:ext cx="3048000" cy="22860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(no preview data)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Mathematics_lo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143000"/>
            <a:ext cx="6477000" cy="40005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(no preview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The student will be able to comprehend literal information. (8%)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make comparisons within the text. (44%)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Mathematics_qlvl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143000"/>
            <a:ext cx="6477000" cy="40005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(no preview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Medium (Concept) (16%)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Low (Content) (22%)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143000"/>
            <a:ext cx="3048000" cy="22860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(no preview data)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500" y="1143000"/>
            <a:ext cx="3048000" cy="22860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(no preview data)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Science_lo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143000"/>
            <a:ext cx="6477000" cy="40005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(no preview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The student will be able to give/explain the meaning of words in context. (4%)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comprehend literal information. (39%)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Science_qlvl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143000"/>
            <a:ext cx="6477000" cy="40005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(no preview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Medium (Concept) (17%)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Low (Content) (19%)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