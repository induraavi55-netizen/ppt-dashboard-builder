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68</a:t>
                    </a:r>
                    <a:br/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124</a:t>
                    </a:r>
                    <a:br/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150</a:t>
                    </a:r>
                    <a:br/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102</a:t>
                    </a:r>
                    <a:br/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106</a:t>
                    </a:r>
                    <a:br/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