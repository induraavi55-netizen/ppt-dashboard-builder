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"/>
  </p:notesMasterIdLst>
  <p:sldIdLst>
    <p:sldId id="268" r:id="rId2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</p:sldIdLst>
  <p:sldSz cx="9144000" cy="5143500" type="screen16x9"/>
  <p:notesSz cx="6858000" cy="9144000"/>
  <p:embeddedFontLst>
    <p:embeddedFont>
      <p:font typeface="Fraunces" panose="020B0604020202020204" charset="0"/>
      <p:regular r:id="rId4"/>
      <p:bold r:id="rId5"/>
      <p:italic r:id="rId6"/>
      <p:boldItalic r:id="rId7"/>
    </p:embeddedFont>
    <p:embeddedFont>
      <p:font typeface="Fraunces ExtraBold" panose="020B0604020202020204" charset="0"/>
      <p:bold r:id="rId8"/>
      <p:boldItalic r:id="rId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69AD80B-E0FA-440B-A7B3-92FAD3716206}">
  <a:tblStyle styleId="{769AD80B-E0FA-440B-A7B3-92FAD371620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658" y="6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font" Target="fonts/font1.fntdata"/><Relationship Id="rId5" Type="http://schemas.openxmlformats.org/officeDocument/2006/relationships/font" Target="fonts/font2.fntdata"/><Relationship Id="rId6" Type="http://schemas.openxmlformats.org/officeDocument/2006/relationships/font" Target="fonts/font3.fntdata"/><Relationship Id="rId7" Type="http://schemas.openxmlformats.org/officeDocument/2006/relationships/font" Target="fonts/font4.fntdata"/><Relationship Id="rId8" Type="http://schemas.openxmlformats.org/officeDocument/2006/relationships/font" Target="fonts/font5.fntdata"/><Relationship Id="rId9" Type="http://schemas.openxmlformats.org/officeDocument/2006/relationships/font" Target="fonts/font6.fntdata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slide" Target="slides/slide21.xml"/><Relationship Id="rId34" Type="http://schemas.openxmlformats.org/officeDocument/2006/relationships/slide" Target="slides/slide22.xml"/><Relationship Id="rId35" Type="http://schemas.openxmlformats.org/officeDocument/2006/relationships/slide" Target="slides/slide23.xml"/><Relationship Id="rId36" Type="http://schemas.openxmlformats.org/officeDocument/2006/relationships/slide" Target="slides/slide24.xml"/><Relationship Id="rId37" Type="http://schemas.openxmlformats.org/officeDocument/2006/relationships/slide" Target="slides/slide25.xml"/><Relationship Id="rId38" Type="http://schemas.openxmlformats.org/officeDocument/2006/relationships/slide" Target="slides/slide26.xml"/><Relationship Id="rId39" Type="http://schemas.openxmlformats.org/officeDocument/2006/relationships/slide" Target="slides/slide2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6.xlsx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7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8.xlsx"/></Relationships>
</file>

<file path=ppt/charts/_rels/chart1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9.xlsx"/></Relationships>
</file>

<file path=ppt/charts/_rels/chart2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0.xlsx"/></Relationships>
</file>

<file path=ppt/charts/_rels/chart2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1.xlsx"/></Relationships>
</file>

<file path=ppt/charts/_rels/chart2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2.xlsx"/></Relationships>
</file>

<file path=ppt/charts/_rels/chart2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3.xlsx"/></Relationships>
</file>

<file path=ppt/charts/_rels/chart2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4.xlsx"/></Relationships>
</file>

<file path=ppt/charts/_rels/chart2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Participated</c:v>
                </c:pt>
                <c:pt idx="1">
                  <c:v>Not Participated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275.0</c:v>
                </c:pt>
                <c:pt idx="1">
                  <c:v>254.0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1"/>
          <c:showSerName val="0"/>
          <c:showPercent val="1"/>
          <c:showBubbleSize val="0"/>
          <c:showLeaderLines val="1"/>
        </c:dLbls>
      </c:pieChart>
    </c:plotArea>
    <c:legend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Participated</c:v>
                </c:pt>
                <c:pt idx="1">
                  <c:v>Not Participated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275.0</c:v>
                </c:pt>
                <c:pt idx="1">
                  <c:v>329.0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1"/>
          <c:showSerName val="0"/>
          <c:showPercent val="1"/>
          <c:showBubbleSize val="0"/>
          <c:showLeaderLines val="1"/>
        </c:dLbls>
      </c:pieChart>
    </c:plotArea>
    <c:legend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Registered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28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110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141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250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226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212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151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15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8</c:v>
                </c:pt>
                <c:pt idx="4">
                  <c:v>9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28.0</c:v>
                </c:pt>
                <c:pt idx="1">
                  <c:v>110.0</c:v>
                </c:pt>
                <c:pt idx="2">
                  <c:v>141.0</c:v>
                </c:pt>
                <c:pt idx="3">
                  <c:v>250.0</c:v>
                </c:pt>
                <c:pt idx="4">
                  <c:v>226.0</c:v>
                </c:pt>
                <c:pt idx="5">
                  <c:v>212.0</c:v>
                </c:pt>
                <c:pt idx="6">
                  <c:v>151.0</c:v>
                </c:pt>
                <c:pt idx="7">
                  <c:v>15.0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Participated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  <a:p>
                    <a:r>
                      <a:t>(0%)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68</a:t>
                    </a:r>
                  </a:p>
                  <a:p>
                    <a:r>
                      <a:t>(62%)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124</a:t>
                    </a:r>
                  </a:p>
                  <a:p>
                    <a:r>
                      <a:t>(88%)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150</a:t>
                    </a:r>
                  </a:p>
                  <a:p>
                    <a:r>
                      <a:t>(60%)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102</a:t>
                    </a:r>
                  </a:p>
                  <a:p>
                    <a:r>
                      <a:t>(45%)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106</a:t>
                    </a:r>
                  </a:p>
                  <a:p>
                    <a:r>
                      <a:t>(50%)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0</a:t>
                    </a:r>
                  </a:p>
                  <a:p>
                    <a:r>
                      <a:t>(0%)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0</a:t>
                    </a:r>
                  </a:p>
                  <a:p>
                    <a:r>
                      <a:t>(0%)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8</c:v>
                </c:pt>
                <c:pt idx="4">
                  <c:v>9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0.0</c:v>
                </c:pt>
                <c:pt idx="1">
                  <c:v>68.0</c:v>
                </c:pt>
                <c:pt idx="2">
                  <c:v>124.0</c:v>
                </c:pt>
                <c:pt idx="3">
                  <c:v>150.0</c:v>
                </c:pt>
                <c:pt idx="4">
                  <c:v>102.0</c:v>
                </c:pt>
                <c:pt idx="5">
                  <c:v>106.0</c:v>
                </c:pt>
                <c:pt idx="6">
                  <c:v>0.0</c:v>
                </c:pt>
                <c:pt idx="7">
                  <c:v>0.0</c:v>
                </c:pt>
              </c:numCache>
            </c:numRef>
          </c:val>
        </c:ser>
        <c:dLbls>
          <c:txPr>
            <a:bodyPr/>
            <a:lstStyle/>
            <a:p>
              <a:pPr>
                <a:defRPr sz="7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2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cat>
            <c:strRef>
              <c:f>Sheet1!$A$2:$A$4</c:f>
              <c:strCache>
                <c:ptCount val="3"/>
                <c:pt idx="0">
                  <c:v>english</c:v>
                </c:pt>
                <c:pt idx="1">
                  <c:v>mathematics</c:v>
                </c:pt>
                <c:pt idx="2">
                  <c:v>science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18.0</c:v>
                </c:pt>
                <c:pt idx="1">
                  <c:v>17.0</c:v>
                </c:pt>
                <c:pt idx="2">
                  <c:v>17.0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Average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cat>
            <c:strRef>
              <c:f>Sheet1!$A$2:$A$4</c:f>
              <c:strCache>
                <c:ptCount val="3"/>
                <c:pt idx="0">
                  <c:v>English</c:v>
                </c:pt>
                <c:pt idx="1">
                  <c:v>Mathematics</c:v>
                </c:pt>
                <c:pt idx="2">
                  <c:v>Science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18.0</c:v>
                </c:pt>
                <c:pt idx="1">
                  <c:v>17.0</c:v>
                </c:pt>
                <c:pt idx="2">
                  <c:v>17.0</c:v>
                </c:pt>
              </c:numCache>
            </c:numRef>
          </c:val>
        </c:ser>
        <c:dLbls>
          <c:numFmt formatCode="0&quot;%&quot;" sourceLinked="0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Subject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27.0</c:v>
                </c:pt>
                <c:pt idx="1">
                  <c:v>22.0</c:v>
                </c:pt>
                <c:pt idx="2">
                  <c:v>21.0</c:v>
                </c:pt>
                <c:pt idx="3">
                  <c:v>17.0</c:v>
                </c:pt>
                <c:pt idx="4">
                  <c:v>15.0</c:v>
                </c:pt>
                <c:pt idx="5">
                  <c:v>25.0</c:v>
                </c:pt>
                <c:pt idx="6">
                  <c:v>12.0</c:v>
                </c:pt>
                <c:pt idx="7">
                  <c:v>31.0</c:v>
                </c:pt>
                <c:pt idx="8">
                  <c:v>0.0</c:v>
                </c:pt>
                <c:pt idx="9">
                  <c:v>21.0</c:v>
                </c:pt>
                <c:pt idx="10">
                  <c:v>18.0</c:v>
                </c:pt>
                <c:pt idx="11">
                  <c:v>12.0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900"/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10.0</c:v>
                </c:pt>
                <c:pt idx="1">
                  <c:v>28.0</c:v>
                </c:pt>
                <c:pt idx="2">
                  <c:v>8.0</c:v>
                </c:pt>
                <c:pt idx="3">
                  <c:v>41.0</c:v>
                </c:pt>
                <c:pt idx="4">
                  <c:v>44.0</c:v>
                </c:pt>
                <c:pt idx="5">
                  <c:v>30.0</c:v>
                </c:pt>
                <c:pt idx="6">
                  <c:v>22.0</c:v>
                </c:pt>
                <c:pt idx="7">
                  <c:v>11.0</c:v>
                </c:pt>
                <c:pt idx="8">
                  <c:v>0.0</c:v>
                </c:pt>
                <c:pt idx="9">
                  <c:v>5.0</c:v>
                </c:pt>
                <c:pt idx="10">
                  <c:v>0.0</c:v>
                </c:pt>
                <c:pt idx="11">
                  <c:v>28.0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900"/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32.0</c:v>
                </c:pt>
                <c:pt idx="1">
                  <c:v>22.0</c:v>
                </c:pt>
                <c:pt idx="2">
                  <c:v>39.0</c:v>
                </c:pt>
                <c:pt idx="3">
                  <c:v>4.0</c:v>
                </c:pt>
                <c:pt idx="4">
                  <c:v>34.0</c:v>
                </c:pt>
                <c:pt idx="5">
                  <c:v>5.0</c:v>
                </c:pt>
                <c:pt idx="6">
                  <c:v>14.0</c:v>
                </c:pt>
                <c:pt idx="7">
                  <c:v>29.0</c:v>
                </c:pt>
                <c:pt idx="8">
                  <c:v>17.0</c:v>
                </c:pt>
                <c:pt idx="9">
                  <c:v>17.0</c:v>
                </c:pt>
                <c:pt idx="10">
                  <c:v>0.0</c:v>
                </c:pt>
                <c:pt idx="11">
                  <c:v>4.0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900"/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16.0</c:v>
                </c:pt>
                <c:pt idx="1">
                  <c:v>18.0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9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22.0</c:v>
                </c:pt>
                <c:pt idx="1">
                  <c:v>16.0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9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19.0</c:v>
                </c:pt>
                <c:pt idx="1">
                  <c:v>17.0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9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Average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cat>
            <c:strRef>
              <c:f>Sheet1!$A$2:$A$4</c:f>
              <c:strCache>
                <c:ptCount val="3"/>
                <c:pt idx="0">
                  <c:v>English</c:v>
                </c:pt>
                <c:pt idx="1">
                  <c:v>Mathematics</c:v>
                </c:pt>
                <c:pt idx="2">
                  <c:v>Science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18.0</c:v>
                </c:pt>
                <c:pt idx="1">
                  <c:v>17.0</c:v>
                </c:pt>
                <c:pt idx="2">
                  <c:v>17.0</c:v>
                </c:pt>
              </c:numCache>
            </c:numRef>
          </c:val>
        </c:ser>
        <c:dLbls>
          <c:numFmt formatCode="0&quot;%&quot;" sourceLinked="0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Subject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27.0</c:v>
                </c:pt>
                <c:pt idx="1">
                  <c:v>22.0</c:v>
                </c:pt>
                <c:pt idx="2">
                  <c:v>21.0</c:v>
                </c:pt>
                <c:pt idx="3">
                  <c:v>17.0</c:v>
                </c:pt>
                <c:pt idx="4">
                  <c:v>15.0</c:v>
                </c:pt>
                <c:pt idx="5">
                  <c:v>25.0</c:v>
                </c:pt>
                <c:pt idx="6">
                  <c:v>12.0</c:v>
                </c:pt>
                <c:pt idx="7">
                  <c:v>31.0</c:v>
                </c:pt>
                <c:pt idx="8">
                  <c:v>0.0</c:v>
                </c:pt>
                <c:pt idx="9">
                  <c:v>21.0</c:v>
                </c:pt>
                <c:pt idx="10">
                  <c:v>18.0</c:v>
                </c:pt>
                <c:pt idx="11">
                  <c:v>12.0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900"/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10.0</c:v>
                </c:pt>
                <c:pt idx="1">
                  <c:v>28.0</c:v>
                </c:pt>
                <c:pt idx="2">
                  <c:v>8.0</c:v>
                </c:pt>
                <c:pt idx="3">
                  <c:v>41.0</c:v>
                </c:pt>
                <c:pt idx="4">
                  <c:v>44.0</c:v>
                </c:pt>
                <c:pt idx="5">
                  <c:v>30.0</c:v>
                </c:pt>
                <c:pt idx="6">
                  <c:v>22.0</c:v>
                </c:pt>
                <c:pt idx="7">
                  <c:v>11.0</c:v>
                </c:pt>
                <c:pt idx="8">
                  <c:v>0.0</c:v>
                </c:pt>
                <c:pt idx="9">
                  <c:v>5.0</c:v>
                </c:pt>
                <c:pt idx="10">
                  <c:v>0.0</c:v>
                </c:pt>
                <c:pt idx="11">
                  <c:v>28.0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900"/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32.0</c:v>
                </c:pt>
                <c:pt idx="1">
                  <c:v>22.0</c:v>
                </c:pt>
                <c:pt idx="2">
                  <c:v>39.0</c:v>
                </c:pt>
                <c:pt idx="3">
                  <c:v>4.0</c:v>
                </c:pt>
                <c:pt idx="4">
                  <c:v>34.0</c:v>
                </c:pt>
                <c:pt idx="5">
                  <c:v>5.0</c:v>
                </c:pt>
                <c:pt idx="6">
                  <c:v>14.0</c:v>
                </c:pt>
                <c:pt idx="7">
                  <c:v>29.0</c:v>
                </c:pt>
                <c:pt idx="8">
                  <c:v>17.0</c:v>
                </c:pt>
                <c:pt idx="9">
                  <c:v>17.0</c:v>
                </c:pt>
                <c:pt idx="10">
                  <c:v>0.0</c:v>
                </c:pt>
                <c:pt idx="11">
                  <c:v>4.0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900"/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16.0</c:v>
                </c:pt>
                <c:pt idx="1">
                  <c:v>18.0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9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22.0</c:v>
                </c:pt>
                <c:pt idx="1">
                  <c:v>16.0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9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19.0</c:v>
                </c:pt>
                <c:pt idx="1">
                  <c:v>17.0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9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Average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cat>
            <c:strRef>
              <c:f>Sheet1!$A$2:$A$4</c:f>
              <c:strCache>
                <c:ptCount val="3"/>
                <c:pt idx="0">
                  <c:v>English</c:v>
                </c:pt>
                <c:pt idx="1">
                  <c:v>Mathematics</c:v>
                </c:pt>
                <c:pt idx="2">
                  <c:v>Science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18.0</c:v>
                </c:pt>
                <c:pt idx="1">
                  <c:v>17.0</c:v>
                </c:pt>
                <c:pt idx="2">
                  <c:v>17.0</c:v>
                </c:pt>
              </c:numCache>
            </c:numRef>
          </c:val>
        </c:ser>
        <c:dLbls>
          <c:numFmt formatCode="0&quot;%&quot;" sourceLinked="0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Subject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27.0</c:v>
                </c:pt>
                <c:pt idx="1">
                  <c:v>22.0</c:v>
                </c:pt>
                <c:pt idx="2">
                  <c:v>21.0</c:v>
                </c:pt>
                <c:pt idx="3">
                  <c:v>17.0</c:v>
                </c:pt>
                <c:pt idx="4">
                  <c:v>15.0</c:v>
                </c:pt>
                <c:pt idx="5">
                  <c:v>25.0</c:v>
                </c:pt>
                <c:pt idx="6">
                  <c:v>12.0</c:v>
                </c:pt>
                <c:pt idx="7">
                  <c:v>31.0</c:v>
                </c:pt>
                <c:pt idx="8">
                  <c:v>0.0</c:v>
                </c:pt>
                <c:pt idx="9">
                  <c:v>21.0</c:v>
                </c:pt>
                <c:pt idx="10">
                  <c:v>18.0</c:v>
                </c:pt>
                <c:pt idx="11">
                  <c:v>12.0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900"/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10.0</c:v>
                </c:pt>
                <c:pt idx="1">
                  <c:v>28.0</c:v>
                </c:pt>
                <c:pt idx="2">
                  <c:v>8.0</c:v>
                </c:pt>
                <c:pt idx="3">
                  <c:v>41.0</c:v>
                </c:pt>
                <c:pt idx="4">
                  <c:v>44.0</c:v>
                </c:pt>
                <c:pt idx="5">
                  <c:v>30.0</c:v>
                </c:pt>
                <c:pt idx="6">
                  <c:v>22.0</c:v>
                </c:pt>
                <c:pt idx="7">
                  <c:v>11.0</c:v>
                </c:pt>
                <c:pt idx="8">
                  <c:v>0.0</c:v>
                </c:pt>
                <c:pt idx="9">
                  <c:v>5.0</c:v>
                </c:pt>
                <c:pt idx="10">
                  <c:v>0.0</c:v>
                </c:pt>
                <c:pt idx="11">
                  <c:v>28.0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900"/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32.0</c:v>
                </c:pt>
                <c:pt idx="1">
                  <c:v>22.0</c:v>
                </c:pt>
                <c:pt idx="2">
                  <c:v>39.0</c:v>
                </c:pt>
                <c:pt idx="3">
                  <c:v>4.0</c:v>
                </c:pt>
                <c:pt idx="4">
                  <c:v>34.0</c:v>
                </c:pt>
                <c:pt idx="5">
                  <c:v>5.0</c:v>
                </c:pt>
                <c:pt idx="6">
                  <c:v>14.0</c:v>
                </c:pt>
                <c:pt idx="7">
                  <c:v>29.0</c:v>
                </c:pt>
                <c:pt idx="8">
                  <c:v>17.0</c:v>
                </c:pt>
                <c:pt idx="9">
                  <c:v>17.0</c:v>
                </c:pt>
                <c:pt idx="10">
                  <c:v>0.0</c:v>
                </c:pt>
                <c:pt idx="11">
                  <c:v>4.0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900"/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16.0</c:v>
                </c:pt>
                <c:pt idx="1">
                  <c:v>18.0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9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22.0</c:v>
                </c:pt>
                <c:pt idx="1">
                  <c:v>16.0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9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19.0</c:v>
                </c:pt>
                <c:pt idx="1">
                  <c:v>17.0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9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b18fbcd01c_2_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b18fbcd01c_2_1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12"/>
          <p:cNvGrpSpPr/>
          <p:nvPr/>
        </p:nvGrpSpPr>
        <p:grpSpPr>
          <a:xfrm>
            <a:off x="-19050" y="61450"/>
            <a:ext cx="9189648" cy="5081112"/>
            <a:chOff x="-19050" y="61450"/>
            <a:chExt cx="9189648" cy="5081112"/>
          </a:xfrm>
        </p:grpSpPr>
        <p:sp>
          <p:nvSpPr>
            <p:cNvPr id="51" name="Google Shape;51;p12"/>
            <p:cNvSpPr/>
            <p:nvPr/>
          </p:nvSpPr>
          <p:spPr>
            <a:xfrm>
              <a:off x="675600" y="61450"/>
              <a:ext cx="8415000" cy="560100"/>
            </a:xfrm>
            <a:prstGeom prst="roundRect">
              <a:avLst>
                <a:gd name="adj" fmla="val 16667"/>
              </a:avLst>
            </a:prstGeom>
            <a:solidFill>
              <a:srgbClr val="3473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" name="Google Shape;52;p12"/>
            <p:cNvSpPr/>
            <p:nvPr/>
          </p:nvSpPr>
          <p:spPr>
            <a:xfrm>
              <a:off x="28425" y="62050"/>
              <a:ext cx="602389" cy="558877"/>
            </a:xfrm>
            <a:custGeom>
              <a:avLst/>
              <a:gdLst/>
              <a:ahLst/>
              <a:cxnLst/>
              <a:rect l="l" t="t" r="r" b="b"/>
              <a:pathLst>
                <a:path w="1606371" h="1596792" extrusionOk="0">
                  <a:moveTo>
                    <a:pt x="0" y="0"/>
                  </a:moveTo>
                  <a:lnTo>
                    <a:pt x="1606371" y="0"/>
                  </a:lnTo>
                  <a:lnTo>
                    <a:pt x="1606371" y="1596792"/>
                  </a:lnTo>
                  <a:lnTo>
                    <a:pt x="0" y="159679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 t="-49" r="-217641" b="-39"/>
              </a:stretch>
            </a:blipFill>
            <a:ln>
              <a:noFill/>
            </a:ln>
          </p:spPr>
        </p:sp>
        <p:sp>
          <p:nvSpPr>
            <p:cNvPr id="53" name="Google Shape;53;p12"/>
            <p:cNvSpPr/>
            <p:nvPr/>
          </p:nvSpPr>
          <p:spPr>
            <a:xfrm>
              <a:off x="-19050" y="4835252"/>
              <a:ext cx="9189648" cy="307311"/>
            </a:xfrm>
            <a:custGeom>
              <a:avLst/>
              <a:gdLst/>
              <a:ahLst/>
              <a:cxnLst/>
              <a:rect l="l" t="t" r="r" b="b"/>
              <a:pathLst>
                <a:path w="8186769" h="798210" extrusionOk="0">
                  <a:moveTo>
                    <a:pt x="0" y="0"/>
                  </a:moveTo>
                  <a:lnTo>
                    <a:pt x="8186770" y="0"/>
                  </a:lnTo>
                  <a:lnTo>
                    <a:pt x="8186770" y="798210"/>
                  </a:lnTo>
                  <a:lnTo>
                    <a:pt x="0" y="79821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-49637"/>
              </a:stretch>
            </a:blipFill>
            <a:ln>
              <a:noFill/>
            </a:ln>
          </p:spPr>
          <p:txBody>
            <a:bodyPr spcFirstLastPara="1" wrap="square" lIns="45725" tIns="22850" rIns="45725" bIns="228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2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2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2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2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2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5"/>
          <p:cNvSpPr/>
          <p:nvPr/>
        </p:nvSpPr>
        <p:spPr>
          <a:xfrm>
            <a:off x="753200" y="132394"/>
            <a:ext cx="8201400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5490"/>
              </a:lnSpc>
              <a:spcBef>
                <a:spcPts val="0"/>
              </a:spcBef>
              <a:spcAft>
                <a:spcPts val="0"/>
              </a:spcAft>
              <a:buClr>
                <a:srgbClr val="3B4540"/>
              </a:buClr>
              <a:buSzPts val="1635"/>
              <a:buFont typeface="Fraunces ExtraBold"/>
              <a:buNone/>
            </a:pPr>
            <a:endParaRPr sz="2521" b="1" i="0" u="none" strike="noStrike" cap="none" dirty="0">
              <a:solidFill>
                <a:schemeClr val="lt1"/>
              </a:solidFill>
              <a:latin typeface="Fraunces"/>
              <a:ea typeface="Fraunces"/>
              <a:cs typeface="Fraunces"/>
              <a:sym typeface="Fraunce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190500"/>
            <a:ext cx="11430000" cy="571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Performance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85725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/>
            </a:pPr>
            <a:r>
              <a:t>Auto-generated dashboard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190500"/>
            <a:ext cx="11430000" cy="571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reg_vs_part_schl_wise - SPA DR BR AMBEDKAR GURUKULAM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285750" y="1238250"/>
          <a:ext cx="85725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048500" y="1428750"/>
            <a:ext cx="2857500" cy="20954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/>
            </a:pPr>
            <a:r>
              <a:t>Registered: 529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190500"/>
            <a:ext cx="11430000" cy="571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reg_vs_part_schl_wise - Gurukulam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285750" y="1238250"/>
          <a:ext cx="85725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048500" y="1428750"/>
            <a:ext cx="2857500" cy="20954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/>
            </a:pPr>
            <a:r>
              <a:t>Registered: 604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190500"/>
            <a:ext cx="11430000" cy="571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reg_vs_part_grade_wise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285750" y="1238250"/>
          <a:ext cx="85725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190500"/>
            <a:ext cx="11430000" cy="571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all_subjects_perf_summary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285750" y="1238250"/>
          <a:ext cx="85725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190500"/>
            <a:ext cx="11430000" cy="571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grade_7_sub_wise_avg_perf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285750" y="1238250"/>
          <a:ext cx="85725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190500"/>
            <a:ext cx="11430000" cy="571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grade_7_english_lo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285750" y="1238250"/>
          <a:ext cx="85725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190500"/>
            <a:ext cx="11430000" cy="571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grade_7_mathematics_lo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285750" y="1238250"/>
          <a:ext cx="85725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190500"/>
            <a:ext cx="11430000" cy="571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grade_7_science_lo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285750" y="1238250"/>
          <a:ext cx="85725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190500"/>
            <a:ext cx="11430000" cy="571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grade_7_english_qlvl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285750" y="1238250"/>
          <a:ext cx="85725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190500"/>
            <a:ext cx="11430000" cy="571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grade_7_mathematics_qlvl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285750" y="1238250"/>
          <a:ext cx="85725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190500"/>
            <a:ext cx="11430000" cy="571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grade_7_science_qlvl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285750" y="1238250"/>
          <a:ext cx="85725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190500"/>
            <a:ext cx="11430000" cy="571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grade_8_sub_wise_avg_perf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285750" y="1238250"/>
          <a:ext cx="85725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190500"/>
            <a:ext cx="11430000" cy="571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grade_8_english_lo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285750" y="1238250"/>
          <a:ext cx="85725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190500"/>
            <a:ext cx="11430000" cy="571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grade_8_mathematics_lo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285750" y="1238250"/>
          <a:ext cx="85725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190500"/>
            <a:ext cx="11430000" cy="571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grade_8_science_lo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285750" y="1238250"/>
          <a:ext cx="85725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190500"/>
            <a:ext cx="11430000" cy="571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grade_8_english_qlvl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285750" y="1238250"/>
          <a:ext cx="85725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190500"/>
            <a:ext cx="11430000" cy="571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grade_8_mathematics_qlvl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285750" y="1238250"/>
          <a:ext cx="85725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190500"/>
            <a:ext cx="11430000" cy="571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grade_8_science_qlvl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285750" y="1238250"/>
          <a:ext cx="85725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190500"/>
            <a:ext cx="11430000" cy="571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grade_9_sub_wise_avg_perf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285750" y="1238250"/>
          <a:ext cx="85725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190500"/>
            <a:ext cx="11430000" cy="571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grade_9_english_lo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285750" y="1238250"/>
          <a:ext cx="85725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190500"/>
            <a:ext cx="11430000" cy="571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grade_9_mathematics_lo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285750" y="1238250"/>
          <a:ext cx="85725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190500"/>
            <a:ext cx="11430000" cy="571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grade_9_science_lo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285750" y="1238250"/>
          <a:ext cx="85725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190500"/>
            <a:ext cx="11430000" cy="571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grade_9_english_qlvl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285750" y="1238250"/>
          <a:ext cx="85725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190500"/>
            <a:ext cx="11430000" cy="571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grade_9_mathematics_qlvl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285750" y="1238250"/>
          <a:ext cx="85725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190500"/>
            <a:ext cx="11430000" cy="571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grade_9_science_qlvl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285750" y="1238250"/>
          <a:ext cx="85725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Fraunces ExtraBold</vt:lpstr>
      <vt:lpstr>Fraunces</vt:lpstr>
      <vt:lpstr>Simple Light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Raavi Indu</dc:creator>
  <cp:lastModifiedBy>Raavi Indu</cp:lastModifiedBy>
  <cp:revision>3</cp:revision>
  <dcterms:modified xsi:type="dcterms:W3CDTF">2026-02-02T11:33:42Z</dcterms:modified>
</cp:coreProperties>
</file>