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</a:t>
                    </a:r>
                  </a:p>
                  <a:p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</a:t>
                    </a:r>
                  </a:p>
                  <a:p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</a:t>
                    </a:r>
                  </a:p>
                  <a:p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</a:t>
                    </a:r>
                  </a:p>
                  <a:p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</a:t>
                    </a:r>
                  </a:p>
                  <a:p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