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PIE CHART</a:t>
            </a:r>
            <a:br/>
            <a:r>
              <a:t>Dataset: 07970b90-9bb0-4795-bcea-1e9de5a70e03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f506e6fb-08b9-4b01-ae19-a140f62f3165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524d5360-a298-472d-9069-6737f2ce9b92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f506e6fb-08b9-4b01-ae19-a140f62f3165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524d5360-a298-472d-9069-6737f2ce9b92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8f56a2e2-e596-44ec-967d-6e49537a82d6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8287eb80-5de8-45d0-8461-c411565b0e06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8f56a2e2-e596-44ec-967d-6e49537a82d6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8287eb80-5de8-45d0-8461-c411565b0e06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27c39287-38ed-4dcb-8dff-652c2ce470fe</a:t>
            </a:r>
          </a:p>
        </p:txBody>
      </p:sp>
      <p:sp>
        <p:nvSpPr>
          <p:cNvPr id="3" name="Rectangle 2"/>
          <p:cNvSpPr/>
          <p:nvPr/>
        </p:nvSpPr>
        <p:spPr>
          <a:xfrm>
            <a:off x="4000500" y="1143000"/>
            <a:ext cx="3048000" cy="22860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2aea82e4-3e92-4950-91ba-fb53c30426cb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27c39287-38ed-4dcb-8dff-652c2ce470fe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143000"/>
            <a:ext cx="6477000" cy="4000500"/>
          </a:xfrm>
          <a:prstGeom prst="rect">
            <a:avLst/>
          </a:prstGeom>
          <a:noFill/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BAR CHART</a:t>
            </a:r>
            <a:br/>
            <a:r>
              <a:t>Dataset: 2aea82e4-3e92-4950-91ba-fb53c30426cb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533400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952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