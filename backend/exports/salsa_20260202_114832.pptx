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143000" y="1238250"/>
          <a:ext cx="6858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143000" y="1238250"/>
          <a:ext cx="6858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143000" y="1238250"/>
          <a:ext cx="6858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238250"/>
          <a:ext cx="81915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238250"/>
          <a:ext cx="81915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238250"/>
          <a:ext cx="81915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