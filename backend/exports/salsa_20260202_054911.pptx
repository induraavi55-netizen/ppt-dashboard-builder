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Registered</c:v>
                </c:pt>
                <c:pt idx="1">
                  <c:v>Not Registered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529.0</c:v>
                </c:pt>
                <c:pt idx="1">
                  <c:v>254.0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Registered</c:v>
                </c:pt>
                <c:pt idx="1">
                  <c:v>Not Registered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604.0</c:v>
                </c:pt>
                <c:pt idx="1">
                  <c:v>329.0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reg_vs_part_grade_wise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141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250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226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212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151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28.0</c:v>
                </c:pt>
                <c:pt idx="1">
                  <c:v>110.0</c:v>
                </c:pt>
                <c:pt idx="2">
                  <c:v>141.0</c:v>
                </c:pt>
                <c:pt idx="3">
                  <c:v>250.0</c:v>
                </c:pt>
                <c:pt idx="4">
                  <c:v>226.0</c:v>
                </c:pt>
                <c:pt idx="5">
                  <c:v>212.0</c:v>
                </c:pt>
                <c:pt idx="6">
                  <c:v>151.0</c:v>
                </c:pt>
                <c:pt idx="7">
                  <c:v>15.0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Participated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 (0.0)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68 (61.81818181818181)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124 (87.94326241134752)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150 (60.0)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102 (45.13274336283185)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106 (50.0)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 (0.0)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 (0.0)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0.0</c:v>
                </c:pt>
                <c:pt idx="1">
                  <c:v>68.0</c:v>
                </c:pt>
                <c:pt idx="2">
                  <c:v>124.0</c:v>
                </c:pt>
                <c:pt idx="3">
                  <c:v>150.0</c:v>
                </c:pt>
                <c:pt idx="4">
                  <c:v>102.0</c:v>
                </c:pt>
                <c:pt idx="5">
                  <c:v>106.0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all_subjects_perf_summary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grade_7_sub_wise_avg_perf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grade_7_english_lo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grade_7_mathematics_lo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grade_7_science_lo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grade_7_english_qlvl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grade_7_mathematics_qlvl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grade_7_science_qlvl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grade_8_sub_wise_avg_perf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grade_8_english_lo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grade_8_mathematics_lo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grade_8_science_lo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grade_8_english_qlvl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grade_8_mathematics_qlvl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grade_8_science_qlvl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grade_9_sub_wise_avg_perf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grade_9_english_lo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grade_9_mathematics_lo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grade_9_science_lo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grade_9_english_qlvl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grade_9_mathematics_qlvl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grade_9_science_qlvl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reg_vs_part_schl_wise - SPA DR BR AMBEDKAR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59055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48500" y="1428750"/>
            <a:ext cx="2857500" cy="2095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529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reg_vs_part_schl_wise -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59055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48500" y="1428750"/>
            <a:ext cx="2857500" cy="2095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604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reg_vs_part_grade_wise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all_subjects_perf_summary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