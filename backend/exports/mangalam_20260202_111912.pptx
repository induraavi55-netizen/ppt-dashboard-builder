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68" r:id="rId2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</p:sldIdLst>
  <p:sldSz cx="9144000" cy="5143500" type="screen16x9"/>
  <p:notesSz cx="6858000" cy="9144000"/>
  <p:embeddedFontLst>
    <p:embeddedFont>
      <p:font typeface="Fraunces" panose="020B0604020202020204" charset="0"/>
      <p:regular r:id="rId4"/>
      <p:bold r:id="rId5"/>
      <p:italic r:id="rId6"/>
      <p:boldItalic r:id="rId7"/>
    </p:embeddedFont>
    <p:embeddedFont>
      <p:font typeface="Fraunces ExtraBold" panose="020B0604020202020204" charset="0"/>
      <p:bold r:id="rId8"/>
      <p:boldItalic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9AD80B-E0FA-440B-A7B3-92FAD3716206}">
  <a:tblStyle styleId="{769AD80B-E0FA-440B-A7B3-92FAD37162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1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 In</c:v>
                </c:pt>
                <c:pt idx="4">
                  <c:v>Make Comparisons Within The Text</c:v>
                </c:pt>
                <c:pt idx="5">
                  <c:v>Make Inferences From The Text/Explain And</c:v>
                </c:pt>
                <c:pt idx="6">
                  <c:v>Retrieve And Record Information/Identify Key Details</c:v>
                </c:pt>
                <c:pt idx="7">
                  <c:v>Summarise Main Ideas From More Than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8fbcd01c_2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18fbcd01c_2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0" name="Google Shape;50;p12"/>
          <p:cNvGrpSpPr/>
          <p:nvPr/>
        </p:nvGrpSpPr>
        <p:grpSpPr>
          <a:xfrm>
            <a:off x="-19050" y="61450"/>
            <a:ext cx="9189648" cy="5081112"/>
            <a:chOff x="-19050" y="61450"/>
            <a:chExt cx="9189648" cy="5081112"/>
          </a:xfrm>
        </p:grpSpPr>
        <p:sp>
          <p:nvSpPr>
            <p:cNvPr id="51" name="Google Shape;51;p12"/>
            <p:cNvSpPr/>
            <p:nvPr/>
          </p:nvSpPr>
          <p:spPr>
            <a:xfrm>
              <a:off x="675600" y="61450"/>
              <a:ext cx="8415000" cy="560100"/>
            </a:xfrm>
            <a:prstGeom prst="roundRect">
              <a:avLst>
                <a:gd name="adj" fmla="val 16667"/>
              </a:avLst>
            </a:prstGeom>
            <a:solidFill>
              <a:srgbClr val="3473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2"/>
            <p:cNvSpPr/>
            <p:nvPr/>
          </p:nvSpPr>
          <p:spPr>
            <a:xfrm>
              <a:off x="28425" y="62050"/>
              <a:ext cx="602389" cy="558877"/>
            </a:xfrm>
            <a:custGeom>
              <a:avLst/>
              <a:gdLst/>
              <a:ahLst/>
              <a:cxnLst/>
              <a:rect l="l" t="t" r="r" b="b"/>
              <a:pathLst>
                <a:path w="1606371" h="1596792" extrusionOk="0">
                  <a:moveTo>
                    <a:pt x="0" y="0"/>
                  </a:moveTo>
                  <a:lnTo>
                    <a:pt x="1606371" y="0"/>
                  </a:lnTo>
                  <a:lnTo>
                    <a:pt x="1606371" y="1596792"/>
                  </a:lnTo>
                  <a:lnTo>
                    <a:pt x="0" y="159679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 t="-49" r="-217641" b="-39"/>
              </a:stretch>
            </a:blipFill>
            <a:ln>
              <a:noFill/>
            </a:ln>
          </p:spPr>
        </p:sp>
        <p:sp>
          <p:nvSpPr>
            <p:cNvPr id="53" name="Google Shape;53;p12"/>
            <p:cNvSpPr/>
            <p:nvPr/>
          </p:nvSpPr>
          <p:spPr>
            <a:xfrm>
              <a:off x="-19050" y="4835252"/>
              <a:ext cx="9189648" cy="307311"/>
            </a:xfrm>
            <a:custGeom>
              <a:avLst/>
              <a:gdLst/>
              <a:ahLst/>
              <a:cxnLst/>
              <a:rect l="l" t="t" r="r" b="b"/>
              <a:pathLst>
                <a:path w="8186769" h="798210" extrusionOk="0">
                  <a:moveTo>
                    <a:pt x="0" y="0"/>
                  </a:moveTo>
                  <a:lnTo>
                    <a:pt x="8186770" y="0"/>
                  </a:lnTo>
                  <a:lnTo>
                    <a:pt x="8186770" y="798210"/>
                  </a:lnTo>
                  <a:lnTo>
                    <a:pt x="0" y="7982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-49637"/>
              </a:stretch>
            </a:blip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753200" y="132394"/>
            <a:ext cx="82014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490"/>
              </a:lnSpc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35"/>
              <a:buFont typeface="Fraunces ExtraBold"/>
              <a:buNone/>
            </a:pPr>
            <a:endParaRPr sz="2521" b="1" i="0" u="none" strike="noStrike" cap="none" dirty="0">
              <a:solidFill>
                <a:schemeClr val="lt1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Fraunces ExtraBold</vt:lpstr>
      <vt:lpstr>Arial</vt:lpstr>
      <vt:lpstr>Fraunces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Raavi Indu</dc:creator>
  <cp:lastModifiedBy>Raavi Indu</cp:lastModifiedBy>
  <cp:revision>2</cp:revision>
  <dcterms:modified xsi:type="dcterms:W3CDTF">2026-02-02T11:16:46Z</dcterms:modified>
</cp:coreProperties>
</file>