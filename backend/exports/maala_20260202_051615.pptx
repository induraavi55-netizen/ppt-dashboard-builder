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reg_vs_part_grade_wise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Pt>
            <c:idx val="12"/>
            <c:spPr>
              <a:solidFill>
                <a:srgbClr val="4F81BD"/>
              </a:solidFill>
            </c:spPr>
          </c:dPt>
          <c:dPt>
            <c:idx val="13"/>
            <c:spPr>
              <a:solidFill>
                <a:srgbClr val="4F81BD"/>
              </a:solidFill>
            </c:spPr>
          </c:dPt>
          <c:dPt>
            <c:idx val="14"/>
            <c:spPr>
              <a:solidFill>
                <a:srgbClr val="4F81BD"/>
              </a:solidFill>
            </c:spPr>
          </c:dPt>
          <c:dPt>
            <c:idx val="15"/>
            <c:spPr>
              <a:solidFill>
                <a:srgbClr val="4F81BD"/>
              </a:solidFill>
            </c:spPr>
          </c:dPt>
          <c:dPt>
            <c:idx val="16"/>
            <c:spPr>
              <a:solidFill>
                <a:srgbClr val="4F81BD"/>
              </a:solidFill>
            </c:spPr>
          </c:dPt>
          <c:dPt>
            <c:idx val="17"/>
            <c:spPr>
              <a:solidFill>
                <a:srgbClr val="4F81BD"/>
              </a:solidFill>
            </c:spPr>
          </c:dPt>
          <c:dPt>
            <c:idx val="18"/>
            <c:spPr>
              <a:solidFill>
                <a:srgbClr val="4F81BD"/>
              </a:solidFill>
            </c:spPr>
          </c:dPt>
          <c:dPt>
            <c:idx val="19"/>
            <c:spPr>
              <a:solidFill>
                <a:srgbClr val="4F81BD"/>
              </a:solidFill>
            </c:spPr>
          </c:dPt>
          <c:dPt>
            <c:idx val="20"/>
            <c:spPr>
              <a:solidFill>
                <a:srgbClr val="4F81BD"/>
              </a:solidFill>
            </c:spPr>
          </c:dPt>
          <c:dPt>
            <c:idx val="21"/>
            <c:spPr>
              <a:solidFill>
                <a:srgbClr val="4F81BD"/>
              </a:solidFill>
            </c:spPr>
          </c:dPt>
          <c:dPt>
            <c:idx val="22"/>
            <c:spPr>
              <a:solidFill>
                <a:srgbClr val="4F81BD"/>
              </a:solidFill>
            </c:spPr>
          </c:dPt>
          <c:dPt>
            <c:idx val="23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None</c:v>
                </c:pt>
                <c:pt idx="1">
                  <c:v>None</c:v>
                </c:pt>
                <c:pt idx="2">
                  <c:v>None</c:v>
                </c:pt>
                <c:pt idx="3">
                  <c:v>None</c:v>
                </c:pt>
                <c:pt idx="4">
                  <c:v>None</c:v>
                </c:pt>
                <c:pt idx="5">
                  <c:v>None</c:v>
                </c:pt>
                <c:pt idx="6">
                  <c:v>None</c:v>
                </c:pt>
                <c:pt idx="7">
                  <c:v>None</c:v>
                </c:pt>
                <c:pt idx="8">
                  <c:v>None</c:v>
                </c:pt>
                <c:pt idx="9">
                  <c:v>None</c:v>
                </c:pt>
                <c:pt idx="10">
                  <c:v>None</c:v>
                </c:pt>
                <c:pt idx="11">
                  <c:v>None</c:v>
                </c:pt>
                <c:pt idx="12">
                  <c:v>None</c:v>
                </c:pt>
                <c:pt idx="13">
                  <c:v>None</c:v>
                </c:pt>
                <c:pt idx="14">
                  <c:v>None</c:v>
                </c:pt>
                <c:pt idx="15">
                  <c:v>None</c:v>
                </c:pt>
                <c:pt idx="16">
                  <c:v>None</c:v>
                </c:pt>
                <c:pt idx="17">
                  <c:v>None</c:v>
                </c:pt>
                <c:pt idx="18">
                  <c:v>None</c:v>
                </c:pt>
                <c:pt idx="19">
                  <c:v>None</c:v>
                </c:pt>
                <c:pt idx="20">
                  <c:v>None</c:v>
                </c:pt>
                <c:pt idx="21">
                  <c:v>None</c:v>
                </c:pt>
                <c:pt idx="22">
                  <c:v>None</c:v>
                </c:pt>
                <c:pt idx="23">
                  <c:v>None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Pt>
            <c:idx val="12"/>
            <c:spPr>
              <a:solidFill>
                <a:srgbClr val="4F81BD"/>
              </a:solidFill>
            </c:spPr>
          </c:dPt>
          <c:dPt>
            <c:idx val="13"/>
            <c:spPr>
              <a:solidFill>
                <a:srgbClr val="4F81BD"/>
              </a:solidFill>
            </c:spPr>
          </c:dPt>
          <c:dPt>
            <c:idx val="14"/>
            <c:spPr>
              <a:solidFill>
                <a:srgbClr val="4F81BD"/>
              </a:solidFill>
            </c:spPr>
          </c:dPt>
          <c:dPt>
            <c:idx val="15"/>
            <c:spPr>
              <a:solidFill>
                <a:srgbClr val="4F81BD"/>
              </a:solidFill>
            </c:spPr>
          </c:dPt>
          <c:dPt>
            <c:idx val="16"/>
            <c:spPr>
              <a:solidFill>
                <a:srgbClr val="4F81BD"/>
              </a:solidFill>
            </c:spPr>
          </c:dPt>
          <c:dPt>
            <c:idx val="17"/>
            <c:spPr>
              <a:solidFill>
                <a:srgbClr val="4F81BD"/>
              </a:solidFill>
            </c:spPr>
          </c:dPt>
          <c:dPt>
            <c:idx val="18"/>
            <c:spPr>
              <a:solidFill>
                <a:srgbClr val="4F81BD"/>
              </a:solidFill>
            </c:spPr>
          </c:dPt>
          <c:dPt>
            <c:idx val="19"/>
            <c:spPr>
              <a:solidFill>
                <a:srgbClr val="4F81BD"/>
              </a:solidFill>
            </c:spPr>
          </c:dPt>
          <c:dPt>
            <c:idx val="20"/>
            <c:spPr>
              <a:solidFill>
                <a:srgbClr val="4F81BD"/>
              </a:solidFill>
            </c:spPr>
          </c:dPt>
          <c:dPt>
            <c:idx val="21"/>
            <c:spPr>
              <a:solidFill>
                <a:srgbClr val="4F81BD"/>
              </a:solidFill>
            </c:spPr>
          </c:dPt>
          <c:dPt>
            <c:idx val="22"/>
            <c:spPr>
              <a:solidFill>
                <a:srgbClr val="4F81BD"/>
              </a:solidFill>
            </c:spPr>
          </c:dPt>
          <c:dPt>
            <c:idx val="23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 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 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 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 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 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 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 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 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t>0 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t>0 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6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7"/>
              <c:tx>
                <c:rich>
                  <a:bodyPr/>
                  <a:lstStyle/>
                  <a:p>
                    <a:r>
                      <a:t>0 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8"/>
              <c:tx>
                <c:rich>
                  <a:bodyPr/>
                  <a:lstStyle/>
                  <a:p>
                    <a:r>
                      <a:t>0 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9"/>
              <c:tx>
                <c:rich>
                  <a:bodyPr/>
                  <a:lstStyle/>
                  <a:p>
                    <a:r>
                      <a:t>0 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t>0 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1"/>
              <c:tx>
                <c:rich>
                  <a:bodyPr/>
                  <a:lstStyle/>
                  <a:p>
                    <a:r>
                      <a:t>0 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2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3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None</c:v>
                </c:pt>
                <c:pt idx="1">
                  <c:v>None</c:v>
                </c:pt>
                <c:pt idx="2">
                  <c:v>None</c:v>
                </c:pt>
                <c:pt idx="3">
                  <c:v>None</c:v>
                </c:pt>
                <c:pt idx="4">
                  <c:v>None</c:v>
                </c:pt>
                <c:pt idx="5">
                  <c:v>None</c:v>
                </c:pt>
                <c:pt idx="6">
                  <c:v>None</c:v>
                </c:pt>
                <c:pt idx="7">
                  <c:v>None</c:v>
                </c:pt>
                <c:pt idx="8">
                  <c:v>None</c:v>
                </c:pt>
                <c:pt idx="9">
                  <c:v>None</c:v>
                </c:pt>
                <c:pt idx="10">
                  <c:v>None</c:v>
                </c:pt>
                <c:pt idx="11">
                  <c:v>None</c:v>
                </c:pt>
                <c:pt idx="12">
                  <c:v>None</c:v>
                </c:pt>
                <c:pt idx="13">
                  <c:v>None</c:v>
                </c:pt>
                <c:pt idx="14">
                  <c:v>None</c:v>
                </c:pt>
                <c:pt idx="15">
                  <c:v>None</c:v>
                </c:pt>
                <c:pt idx="16">
                  <c:v>None</c:v>
                </c:pt>
                <c:pt idx="17">
                  <c:v>None</c:v>
                </c:pt>
                <c:pt idx="18">
                  <c:v>None</c:v>
                </c:pt>
                <c:pt idx="19">
                  <c:v>None</c:v>
                </c:pt>
                <c:pt idx="20">
                  <c:v>None</c:v>
                </c:pt>
                <c:pt idx="21">
                  <c:v>None</c:v>
                </c:pt>
                <c:pt idx="22">
                  <c:v>None</c:v>
                </c:pt>
                <c:pt idx="23">
                  <c:v>None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all_subjects_perf_summary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