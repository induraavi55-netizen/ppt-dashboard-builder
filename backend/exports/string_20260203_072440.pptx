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 b="1">
                    <a:solidFill>
                      <a:srgbClr val="000000"/>
                    </a:solidFill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68</a:t>
                    </a:r>
                    <a:br/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124</a:t>
                    </a:r>
                    <a:br/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150</a:t>
                    </a:r>
                    <a:br/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102</a:t>
                    </a:r>
                    <a:br/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106</a:t>
                    </a:r>
                    <a:br/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pPr>
                      <a:defRPr sz="900" b="1">
                        <a:solidFill>
                          <a:srgbClr val="000000"/>
                        </a:solidFill>
                      </a:defRPr>
                    </a:pPr>
                    <a:r>
                      <a:t>0</a:t>
                    </a:r>
                    <a:br/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900" b="1">
                    <a:solidFill>
                      <a:srgbClr val="000000"/>
                    </a:solidFill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gapWidth val="220"/>
        <c:overlap val="-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Grade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Students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5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Category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100" b="0">
                    <a:solidFill>
                      <a:srgbClr val="323232"/>
                    </a:solidFill>
                  </a:defRPr>
                </a:pPr>
                <a:r>
                  <a:t>Percentage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r>
              <a:rPr lang="en" sz="2521" b="1">
                <a:solidFill>
                  <a:schemeClr val="lt1"/>
                </a:solidFill>
                <a:latin typeface="Fraunces"/>
                <a:ea typeface="Fraunces"/>
                <a:cs typeface="Fraunces"/>
                <a:sym typeface="Fraunces"/>
              </a:rPr>
              <a:t>SADHANA 1 - Performance Overview</a:t>
            </a:r>
            <a:endParaRPr sz="2521" b="1" i="0" u="none" strike="noStrike" cap="none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235" name="TextBox 234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429500" y="1809750"/>
            <a:ext cx="2095499" cy="8572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238250" y="1476375"/>
          <a:ext cx="66675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171450"/>
            <a:ext cx="7620000" cy="53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52500" y="1476375"/>
          <a:ext cx="7239000" cy="290512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(16:9)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</vt:lpstr>
      <vt:lpstr>Arial</vt:lpstr>
      <vt:lpstr>Fraunces ExtraBold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2026-02-02T11:43:23Z</dcterms:modified>
</cp:coreProperties>
</file>