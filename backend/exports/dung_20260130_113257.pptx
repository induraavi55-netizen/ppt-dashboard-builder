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5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6.xlsx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7.xlsx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8.xlsx"/></Relationships>
</file>

<file path=ppt/charts/_rels/chart1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9.xlsx"/></Relationships>
</file>

<file path=ppt/charts/_rels/chart2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0.xlsx"/></Relationships>
</file>

<file path=ppt/charts/_rels/chart2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1.xlsx"/></Relationships>
</file>

<file path=ppt/charts/_rels/chart2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2.xlsx"/></Relationships>
</file>

<file path=ppt/charts/_rels/chart2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value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dPt>
            <c:idx val="12"/>
            <c:spPr>
              <a:solidFill>
                <a:srgbClr val="4F81BD"/>
              </a:solidFill>
            </c:spPr>
          </c:dPt>
          <c:dPt>
            <c:idx val="13"/>
            <c:spPr>
              <a:solidFill>
                <a:srgbClr val="4F81BD"/>
              </a:solidFill>
            </c:spPr>
          </c:dPt>
          <c:dPt>
            <c:idx val="14"/>
            <c:spPr>
              <a:solidFill>
                <a:srgbClr val="4F81BD"/>
              </a:solidFill>
            </c:spPr>
          </c:dPt>
          <c:dPt>
            <c:idx val="15"/>
            <c:spPr>
              <a:solidFill>
                <a:srgbClr val="4F81BD"/>
              </a:solidFill>
            </c:spPr>
          </c:dPt>
          <c:dPt>
            <c:idx val="16"/>
            <c:spPr>
              <a:solidFill>
                <a:srgbClr val="4F81BD"/>
              </a:solidFill>
            </c:spPr>
          </c:dPt>
          <c:dPt>
            <c:idx val="17"/>
            <c:spPr>
              <a:solidFill>
                <a:srgbClr val="4F81BD"/>
              </a:solidFill>
            </c:spPr>
          </c:dPt>
          <c:dPt>
            <c:idx val="18"/>
            <c:spPr>
              <a:solidFill>
                <a:srgbClr val="4F81BD"/>
              </a:solidFill>
            </c:spPr>
          </c:dPt>
          <c:dPt>
            <c:idx val="19"/>
            <c:spPr>
              <a:solidFill>
                <a:srgbClr val="4F81BD"/>
              </a:solidFill>
            </c:spPr>
          </c:dPt>
          <c:dPt>
            <c:idx val="20"/>
            <c:spPr>
              <a:solidFill>
                <a:srgbClr val="4F81BD"/>
              </a:solidFill>
            </c:spPr>
          </c:dPt>
          <c:dPt>
            <c:idx val="21"/>
            <c:spPr>
              <a:solidFill>
                <a:srgbClr val="4F81BD"/>
              </a:solidFill>
            </c:spPr>
          </c:dPt>
          <c:dPt>
            <c:idx val="22"/>
            <c:spPr>
              <a:solidFill>
                <a:srgbClr val="4F81BD"/>
              </a:solidFill>
            </c:spPr>
          </c:dPt>
          <c:dPt>
            <c:idx val="23"/>
            <c:spPr>
              <a:solidFill>
                <a:srgbClr val="4F81BD"/>
              </a:solidFill>
            </c:spPr>
          </c:dPt>
          <c:cat>
            <c:strRef>
              <c:f>Sheet1!$A$2:$A$25</c:f>
              <c:strCache>
                <c:ptCount val="24"/>
                <c:pt idx="0">
                  <c:v>(0%)</c:v>
                </c:pt>
                <c:pt idx="1">
                  <c:v>(62%)</c:v>
                </c:pt>
                <c:pt idx="2">
                  <c:v>(88%)</c:v>
                </c:pt>
                <c:pt idx="3">
                  <c:v>(60%)</c:v>
                </c:pt>
                <c:pt idx="4">
                  <c:v>(45%)</c:v>
                </c:pt>
                <c:pt idx="5">
                  <c:v>(50%)</c:v>
                </c:pt>
                <c:pt idx="6">
                  <c:v>(0%)</c:v>
                </c:pt>
                <c:pt idx="7">
                  <c:v>(0%)</c:v>
                </c:pt>
                <c:pt idx="8">
                  <c:v>(0%)</c:v>
                </c:pt>
                <c:pt idx="9">
                  <c:v>(62%)</c:v>
                </c:pt>
                <c:pt idx="10">
                  <c:v>(88%)</c:v>
                </c:pt>
                <c:pt idx="11">
                  <c:v>(60%)</c:v>
                </c:pt>
                <c:pt idx="12">
                  <c:v>(45%)</c:v>
                </c:pt>
                <c:pt idx="13">
                  <c:v>(50%)</c:v>
                </c:pt>
                <c:pt idx="14">
                  <c:v>(0%)</c:v>
                </c:pt>
                <c:pt idx="15">
                  <c:v>(0%)</c:v>
                </c:pt>
                <c:pt idx="16">
                  <c:v>(0%)</c:v>
                </c:pt>
                <c:pt idx="17">
                  <c:v>(62%)</c:v>
                </c:pt>
                <c:pt idx="18">
                  <c:v>(88%)</c:v>
                </c:pt>
                <c:pt idx="19">
                  <c:v>(60%)</c:v>
                </c:pt>
                <c:pt idx="20">
                  <c:v>(45%)</c:v>
                </c:pt>
                <c:pt idx="21">
                  <c:v>(50%)</c:v>
                </c:pt>
                <c:pt idx="22">
                  <c:v>(0%)</c:v>
                </c:pt>
                <c:pt idx="23">
                  <c:v>(0%)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5.0</c:v>
                </c:pt>
                <c:pt idx="1">
                  <c:v>6.0</c:v>
                </c:pt>
                <c:pt idx="2">
                  <c:v>7.0</c:v>
                </c:pt>
                <c:pt idx="3">
                  <c:v>8.0</c:v>
                </c:pt>
                <c:pt idx="4">
                  <c:v>9.0</c:v>
                </c:pt>
                <c:pt idx="5">
                  <c:v>10.0</c:v>
                </c:pt>
                <c:pt idx="6">
                  <c:v>11.0</c:v>
                </c:pt>
                <c:pt idx="7">
                  <c:v>12.0</c:v>
                </c:pt>
                <c:pt idx="8">
                  <c:v>28.0</c:v>
                </c:pt>
                <c:pt idx="9">
                  <c:v>110.0</c:v>
                </c:pt>
                <c:pt idx="10">
                  <c:v>141.0</c:v>
                </c:pt>
                <c:pt idx="11">
                  <c:v>250.0</c:v>
                </c:pt>
                <c:pt idx="12">
                  <c:v>226.0</c:v>
                </c:pt>
                <c:pt idx="13">
                  <c:v>212.0</c:v>
                </c:pt>
                <c:pt idx="14">
                  <c:v>151.0</c:v>
                </c:pt>
                <c:pt idx="15">
                  <c:v>15.0</c:v>
                </c:pt>
                <c:pt idx="16">
                  <c:v>0.0</c:v>
                </c:pt>
                <c:pt idx="17">
                  <c:v>68.0</c:v>
                </c:pt>
                <c:pt idx="18">
                  <c:v>124.0</c:v>
                </c:pt>
                <c:pt idx="19">
                  <c:v>150.0</c:v>
                </c:pt>
                <c:pt idx="20">
                  <c:v>102.0</c:v>
                </c:pt>
                <c:pt idx="21">
                  <c:v>106.0</c:v>
                </c:pt>
                <c:pt idx="22">
                  <c:v>0.0</c:v>
                </c:pt>
                <c:pt idx="23">
                  <c:v>0.0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/>
                </a:pP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pPr>
                  <a:defRPr sz="1100"/>
                </a:pPr>
                <a:r>
                  <a:t>value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Avg Performance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cat>
            <c:strRef>
              <c:f>Sheet1!$A$2:$A$4</c:f>
              <c:strCache>
                <c:ptCount val="3"/>
                <c:pt idx="0">
                  <c:v>english</c:v>
                </c:pt>
                <c:pt idx="1">
                  <c:v>mathematics</c:v>
                </c:pt>
                <c:pt idx="2">
                  <c:v>science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18.0</c:v>
                </c:pt>
                <c:pt idx="1">
                  <c:v>17.0</c:v>
                </c:pt>
                <c:pt idx="2">
                  <c:v>17.0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/>
                </a:pP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/>
                </a:pPr>
                <a:r>
                  <a:t>Avg Performance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Average Performance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Average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cat>
            <c:strRef>
              <c:f>Sheet1!$A$2:$A$4</c:f>
              <c:strCache>
                <c:ptCount val="3"/>
                <c:pt idx="0">
                  <c:v>English</c:v>
                </c:pt>
                <c:pt idx="1">
                  <c:v>Mathematics</c:v>
                </c:pt>
                <c:pt idx="2">
                  <c:v>Science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18.0</c:v>
                </c:pt>
                <c:pt idx="1">
                  <c:v>17.0</c:v>
                </c:pt>
                <c:pt idx="2">
                  <c:v>17.0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/>
                </a:pPr>
                <a:r>
                  <a:t>Subject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/>
                </a:pPr>
                <a:r>
                  <a:t>Average Performance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Avg Performance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27.0</c:v>
                </c:pt>
                <c:pt idx="1">
                  <c:v>22.0</c:v>
                </c:pt>
                <c:pt idx="2">
                  <c:v>21.0</c:v>
                </c:pt>
                <c:pt idx="3">
                  <c:v>17.0</c:v>
                </c:pt>
                <c:pt idx="4">
                  <c:v>15.0</c:v>
                </c:pt>
                <c:pt idx="5">
                  <c:v>25.0</c:v>
                </c:pt>
                <c:pt idx="6">
                  <c:v>12.0</c:v>
                </c:pt>
                <c:pt idx="7">
                  <c:v>31.0</c:v>
                </c:pt>
                <c:pt idx="8">
                  <c:v>0.0</c:v>
                </c:pt>
                <c:pt idx="9">
                  <c:v>21.0</c:v>
                </c:pt>
                <c:pt idx="10">
                  <c:v>18.0</c:v>
                </c:pt>
                <c:pt idx="11">
                  <c:v>12.0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/>
                </a:pPr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/>
                </a:pPr>
                <a:r>
                  <a:t>Avg Performance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Avg Performance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10.0</c:v>
                </c:pt>
                <c:pt idx="1">
                  <c:v>28.0</c:v>
                </c:pt>
                <c:pt idx="2">
                  <c:v>8.0</c:v>
                </c:pt>
                <c:pt idx="3">
                  <c:v>41.0</c:v>
                </c:pt>
                <c:pt idx="4">
                  <c:v>44.0</c:v>
                </c:pt>
                <c:pt idx="5">
                  <c:v>30.0</c:v>
                </c:pt>
                <c:pt idx="6">
                  <c:v>22.0</c:v>
                </c:pt>
                <c:pt idx="7">
                  <c:v>11.0</c:v>
                </c:pt>
                <c:pt idx="8">
                  <c:v>0.0</c:v>
                </c:pt>
                <c:pt idx="9">
                  <c:v>5.0</c:v>
                </c:pt>
                <c:pt idx="10">
                  <c:v>0.0</c:v>
                </c:pt>
                <c:pt idx="11">
                  <c:v>28.0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/>
                </a:pPr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/>
                </a:pPr>
                <a:r>
                  <a:t>Avg Performance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Avg Performance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32.0</c:v>
                </c:pt>
                <c:pt idx="1">
                  <c:v>22.0</c:v>
                </c:pt>
                <c:pt idx="2">
                  <c:v>39.0</c:v>
                </c:pt>
                <c:pt idx="3">
                  <c:v>4.0</c:v>
                </c:pt>
                <c:pt idx="4">
                  <c:v>34.0</c:v>
                </c:pt>
                <c:pt idx="5">
                  <c:v>5.0</c:v>
                </c:pt>
                <c:pt idx="6">
                  <c:v>14.0</c:v>
                </c:pt>
                <c:pt idx="7">
                  <c:v>29.0</c:v>
                </c:pt>
                <c:pt idx="8">
                  <c:v>17.0</c:v>
                </c:pt>
                <c:pt idx="9">
                  <c:v>17.0</c:v>
                </c:pt>
                <c:pt idx="10">
                  <c:v>0.0</c:v>
                </c:pt>
                <c:pt idx="11">
                  <c:v>4.0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/>
                </a:pPr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/>
                </a:pPr>
                <a:r>
                  <a:t>Avg Performance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Avg Performance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16.0</c:v>
                </c:pt>
                <c:pt idx="1">
                  <c:v>18.0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/>
                </a:pPr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/>
                </a:pPr>
                <a:r>
                  <a:t>Avg Performance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Avg Performance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22.0</c:v>
                </c:pt>
                <c:pt idx="1">
                  <c:v>16.0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/>
                </a:pPr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/>
                </a:pPr>
                <a:r>
                  <a:t>Avg Performance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Avg Performance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19.0</c:v>
                </c:pt>
                <c:pt idx="1">
                  <c:v>17.0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/>
                </a:pPr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/>
                </a:pPr>
                <a:r>
                  <a:t>Avg Performance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Average Performance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Average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cat>
            <c:strRef>
              <c:f>Sheet1!$A$2:$A$4</c:f>
              <c:strCache>
                <c:ptCount val="3"/>
                <c:pt idx="0">
                  <c:v>English</c:v>
                </c:pt>
                <c:pt idx="1">
                  <c:v>Mathematics</c:v>
                </c:pt>
                <c:pt idx="2">
                  <c:v>Science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18.0</c:v>
                </c:pt>
                <c:pt idx="1">
                  <c:v>17.0</c:v>
                </c:pt>
                <c:pt idx="2">
                  <c:v>17.0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/>
                </a:pPr>
                <a:r>
                  <a:t>Subject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/>
                </a:pPr>
                <a:r>
                  <a:t>Average Performance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Avg Performance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27.0</c:v>
                </c:pt>
                <c:pt idx="1">
                  <c:v>22.0</c:v>
                </c:pt>
                <c:pt idx="2">
                  <c:v>21.0</c:v>
                </c:pt>
                <c:pt idx="3">
                  <c:v>17.0</c:v>
                </c:pt>
                <c:pt idx="4">
                  <c:v>15.0</c:v>
                </c:pt>
                <c:pt idx="5">
                  <c:v>25.0</c:v>
                </c:pt>
                <c:pt idx="6">
                  <c:v>12.0</c:v>
                </c:pt>
                <c:pt idx="7">
                  <c:v>31.0</c:v>
                </c:pt>
                <c:pt idx="8">
                  <c:v>0.0</c:v>
                </c:pt>
                <c:pt idx="9">
                  <c:v>21.0</c:v>
                </c:pt>
                <c:pt idx="10">
                  <c:v>18.0</c:v>
                </c:pt>
                <c:pt idx="11">
                  <c:v>12.0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/>
                </a:pPr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/>
                </a:pPr>
                <a:r>
                  <a:t>Avg Performance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Avg Performance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10.0</c:v>
                </c:pt>
                <c:pt idx="1">
                  <c:v>28.0</c:v>
                </c:pt>
                <c:pt idx="2">
                  <c:v>8.0</c:v>
                </c:pt>
                <c:pt idx="3">
                  <c:v>41.0</c:v>
                </c:pt>
                <c:pt idx="4">
                  <c:v>44.0</c:v>
                </c:pt>
                <c:pt idx="5">
                  <c:v>30.0</c:v>
                </c:pt>
                <c:pt idx="6">
                  <c:v>22.0</c:v>
                </c:pt>
                <c:pt idx="7">
                  <c:v>11.0</c:v>
                </c:pt>
                <c:pt idx="8">
                  <c:v>0.0</c:v>
                </c:pt>
                <c:pt idx="9">
                  <c:v>5.0</c:v>
                </c:pt>
                <c:pt idx="10">
                  <c:v>0.0</c:v>
                </c:pt>
                <c:pt idx="11">
                  <c:v>28.0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/>
                </a:pPr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/>
                </a:pPr>
                <a:r>
                  <a:t>Avg Performance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Avg Performance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32.0</c:v>
                </c:pt>
                <c:pt idx="1">
                  <c:v>22.0</c:v>
                </c:pt>
                <c:pt idx="2">
                  <c:v>39.0</c:v>
                </c:pt>
                <c:pt idx="3">
                  <c:v>4.0</c:v>
                </c:pt>
                <c:pt idx="4">
                  <c:v>34.0</c:v>
                </c:pt>
                <c:pt idx="5">
                  <c:v>5.0</c:v>
                </c:pt>
                <c:pt idx="6">
                  <c:v>14.0</c:v>
                </c:pt>
                <c:pt idx="7">
                  <c:v>29.0</c:v>
                </c:pt>
                <c:pt idx="8">
                  <c:v>17.0</c:v>
                </c:pt>
                <c:pt idx="9">
                  <c:v>17.0</c:v>
                </c:pt>
                <c:pt idx="10">
                  <c:v>0.0</c:v>
                </c:pt>
                <c:pt idx="11">
                  <c:v>4.0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/>
                </a:pPr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/>
                </a:pPr>
                <a:r>
                  <a:t>Avg Performance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Avg Performance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16.0</c:v>
                </c:pt>
                <c:pt idx="1">
                  <c:v>18.0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/>
                </a:pPr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/>
                </a:pPr>
                <a:r>
                  <a:t>Avg Performance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Avg Performance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22.0</c:v>
                </c:pt>
                <c:pt idx="1">
                  <c:v>16.0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/>
                </a:pPr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/>
                </a:pPr>
                <a:r>
                  <a:t>Avg Performance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Avg Performance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19.0</c:v>
                </c:pt>
                <c:pt idx="1">
                  <c:v>17.0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/>
                </a:pPr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/>
                </a:pPr>
                <a:r>
                  <a:t>Avg Performance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Average Performance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Average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cat>
            <c:strRef>
              <c:f>Sheet1!$A$2:$A$4</c:f>
              <c:strCache>
                <c:ptCount val="3"/>
                <c:pt idx="0">
                  <c:v>English</c:v>
                </c:pt>
                <c:pt idx="1">
                  <c:v>Mathematics</c:v>
                </c:pt>
                <c:pt idx="2">
                  <c:v>Science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18.0</c:v>
                </c:pt>
                <c:pt idx="1">
                  <c:v>17.0</c:v>
                </c:pt>
                <c:pt idx="2">
                  <c:v>17.0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/>
                </a:pPr>
                <a:r>
                  <a:t>Subject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/>
                </a:pPr>
                <a:r>
                  <a:t>Average Performance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Avg Performance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27.0</c:v>
                </c:pt>
                <c:pt idx="1">
                  <c:v>22.0</c:v>
                </c:pt>
                <c:pt idx="2">
                  <c:v>21.0</c:v>
                </c:pt>
                <c:pt idx="3">
                  <c:v>17.0</c:v>
                </c:pt>
                <c:pt idx="4">
                  <c:v>15.0</c:v>
                </c:pt>
                <c:pt idx="5">
                  <c:v>25.0</c:v>
                </c:pt>
                <c:pt idx="6">
                  <c:v>12.0</c:v>
                </c:pt>
                <c:pt idx="7">
                  <c:v>31.0</c:v>
                </c:pt>
                <c:pt idx="8">
                  <c:v>0.0</c:v>
                </c:pt>
                <c:pt idx="9">
                  <c:v>21.0</c:v>
                </c:pt>
                <c:pt idx="10">
                  <c:v>18.0</c:v>
                </c:pt>
                <c:pt idx="11">
                  <c:v>12.0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/>
                </a:pPr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/>
                </a:pPr>
                <a:r>
                  <a:t>Avg Performance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Avg Performance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10.0</c:v>
                </c:pt>
                <c:pt idx="1">
                  <c:v>28.0</c:v>
                </c:pt>
                <c:pt idx="2">
                  <c:v>8.0</c:v>
                </c:pt>
                <c:pt idx="3">
                  <c:v>41.0</c:v>
                </c:pt>
                <c:pt idx="4">
                  <c:v>44.0</c:v>
                </c:pt>
                <c:pt idx="5">
                  <c:v>30.0</c:v>
                </c:pt>
                <c:pt idx="6">
                  <c:v>22.0</c:v>
                </c:pt>
                <c:pt idx="7">
                  <c:v>11.0</c:v>
                </c:pt>
                <c:pt idx="8">
                  <c:v>0.0</c:v>
                </c:pt>
                <c:pt idx="9">
                  <c:v>5.0</c:v>
                </c:pt>
                <c:pt idx="10">
                  <c:v>0.0</c:v>
                </c:pt>
                <c:pt idx="11">
                  <c:v>28.0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/>
                </a:pPr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/>
                </a:pPr>
                <a:r>
                  <a:t>Avg Performance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Avg Performance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32.0</c:v>
                </c:pt>
                <c:pt idx="1">
                  <c:v>22.0</c:v>
                </c:pt>
                <c:pt idx="2">
                  <c:v>39.0</c:v>
                </c:pt>
                <c:pt idx="3">
                  <c:v>4.0</c:v>
                </c:pt>
                <c:pt idx="4">
                  <c:v>34.0</c:v>
                </c:pt>
                <c:pt idx="5">
                  <c:v>5.0</c:v>
                </c:pt>
                <c:pt idx="6">
                  <c:v>14.0</c:v>
                </c:pt>
                <c:pt idx="7">
                  <c:v>29.0</c:v>
                </c:pt>
                <c:pt idx="8">
                  <c:v>17.0</c:v>
                </c:pt>
                <c:pt idx="9">
                  <c:v>17.0</c:v>
                </c:pt>
                <c:pt idx="10">
                  <c:v>0.0</c:v>
                </c:pt>
                <c:pt idx="11">
                  <c:v>4.0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/>
                </a:pPr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/>
                </a:pPr>
                <a:r>
                  <a:t>Avg Performance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Avg Performance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16.0</c:v>
                </c:pt>
                <c:pt idx="1">
                  <c:v>18.0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/>
                </a:pPr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/>
                </a:pPr>
                <a:r>
                  <a:t>Avg Performance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Avg Performance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22.0</c:v>
                </c:pt>
                <c:pt idx="1">
                  <c:v>16.0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/>
                </a:pPr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/>
                </a:pPr>
                <a:r>
                  <a:t>Avg Performance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Avg Performance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19.0</c:v>
                </c:pt>
                <c:pt idx="1">
                  <c:v>17.0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/>
                </a:pPr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/>
                </a:pPr>
                <a:r>
                  <a:t>Avg Performance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/>
            </a:pPr>
            <a:r>
              <a:t>Performance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85725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/>
            </a:pPr>
            <a:r>
              <a:t>Auto-generated dashboard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reg_vs_part_grade_wise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all_subjects_perf_summary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grade_7_sub_wise_avg_perf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grade_7_english_lo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grade_7_mathematics_lo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grade_7_science_lo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grade_7_english_qlvl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grade_7_mathematics_qlvl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grade_7_science_qlvl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grade_8_sub_wise_avg_perf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grade_8_english_lo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grade_8_mathematics_lo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grade_8_science_lo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grade_8_english_qlvl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grade_8_mathematics_qlvl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grade_8_science_qlvl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grade_9_sub_wise_avg_perf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grade_9_english_lo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grade_9_mathematics_lo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grade_9_science_lo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grade_9_english_qlvl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grade_9_mathematics_qlvl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grade_9_science_qlvl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